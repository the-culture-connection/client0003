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Canva Sans Bold" charset="1" panose="020B0803030501040103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https://youtu.be/g1TkE84pGII?si=dswmnFlQNfcfc6UQ" TargetMode="External" Type="http://schemas.openxmlformats.org/officeDocument/2006/relationships/video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https://youtu.be/Wi3cV1asrOs?si=ZSwQGcioNFb8FBUN" TargetMode="External" Type="http://schemas.openxmlformats.org/officeDocument/2006/relationships/video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01756"/>
            <a:ext cx="18288000" cy="8656544"/>
          </a:xfrm>
          <a:custGeom>
            <a:avLst/>
            <a:gdLst/>
            <a:ahLst/>
            <a:cxnLst/>
            <a:rect r="r" b="b" t="t" l="l"/>
            <a:pathLst>
              <a:path h="8656544" w="18288000">
                <a:moveTo>
                  <a:pt x="0" y="0"/>
                </a:moveTo>
                <a:lnTo>
                  <a:pt x="18288000" y="0"/>
                </a:lnTo>
                <a:lnTo>
                  <a:pt x="18288000" y="8656544"/>
                </a:lnTo>
                <a:lnTo>
                  <a:pt x="0" y="8656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4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3653314" y="1028700"/>
            <a:ext cx="10981372" cy="6172200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3493371" y="7715861"/>
            <a:ext cx="11301259" cy="1723442"/>
          </a:xfrm>
          <a:custGeom>
            <a:avLst/>
            <a:gdLst/>
            <a:ahLst/>
            <a:cxnLst/>
            <a:rect r="r" b="b" t="t" l="l"/>
            <a:pathLst>
              <a:path h="1723442" w="11301259">
                <a:moveTo>
                  <a:pt x="0" y="0"/>
                </a:moveTo>
                <a:lnTo>
                  <a:pt x="11301258" y="0"/>
                </a:lnTo>
                <a:lnTo>
                  <a:pt x="11301258" y="1723442"/>
                </a:lnTo>
                <a:lnTo>
                  <a:pt x="0" y="1723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5917" y="2980407"/>
            <a:ext cx="16956167" cy="4684141"/>
          </a:xfrm>
          <a:custGeom>
            <a:avLst/>
            <a:gdLst/>
            <a:ahLst/>
            <a:cxnLst/>
            <a:rect r="r" b="b" t="t" l="l"/>
            <a:pathLst>
              <a:path h="4684141" w="16956167">
                <a:moveTo>
                  <a:pt x="0" y="0"/>
                </a:moveTo>
                <a:lnTo>
                  <a:pt x="16956166" y="0"/>
                </a:lnTo>
                <a:lnTo>
                  <a:pt x="16956166" y="4684141"/>
                </a:lnTo>
                <a:lnTo>
                  <a:pt x="0" y="4684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93403" y="1965021"/>
            <a:ext cx="5316006" cy="6356958"/>
          </a:xfrm>
          <a:custGeom>
            <a:avLst/>
            <a:gdLst/>
            <a:ahLst/>
            <a:cxnLst/>
            <a:rect r="r" b="b" t="t" l="l"/>
            <a:pathLst>
              <a:path h="6356958" w="5316006">
                <a:moveTo>
                  <a:pt x="0" y="0"/>
                </a:moveTo>
                <a:lnTo>
                  <a:pt x="5316006" y="0"/>
                </a:lnTo>
                <a:lnTo>
                  <a:pt x="531600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677845"/>
            <a:ext cx="11301259" cy="1243138"/>
          </a:xfrm>
          <a:custGeom>
            <a:avLst/>
            <a:gdLst/>
            <a:ahLst/>
            <a:cxnLst/>
            <a:rect r="r" b="b" t="t" l="l"/>
            <a:pathLst>
              <a:path h="1243138" w="11301259">
                <a:moveTo>
                  <a:pt x="0" y="0"/>
                </a:moveTo>
                <a:lnTo>
                  <a:pt x="11301259" y="0"/>
                </a:lnTo>
                <a:lnTo>
                  <a:pt x="11301259" y="1243139"/>
                </a:lnTo>
                <a:lnTo>
                  <a:pt x="0" y="1243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0383" y="3050595"/>
            <a:ext cx="8033617" cy="5547340"/>
          </a:xfrm>
          <a:custGeom>
            <a:avLst/>
            <a:gdLst/>
            <a:ahLst/>
            <a:cxnLst/>
            <a:rect r="r" b="b" t="t" l="l"/>
            <a:pathLst>
              <a:path h="5547340" w="8033617">
                <a:moveTo>
                  <a:pt x="0" y="0"/>
                </a:moveTo>
                <a:lnTo>
                  <a:pt x="8033617" y="0"/>
                </a:lnTo>
                <a:lnTo>
                  <a:pt x="8033617" y="5547340"/>
                </a:lnTo>
                <a:lnTo>
                  <a:pt x="0" y="5547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90588" y="633012"/>
            <a:ext cx="13506825" cy="5571565"/>
          </a:xfrm>
          <a:custGeom>
            <a:avLst/>
            <a:gdLst/>
            <a:ahLst/>
            <a:cxnLst/>
            <a:rect r="r" b="b" t="t" l="l"/>
            <a:pathLst>
              <a:path h="5571565" w="13506825">
                <a:moveTo>
                  <a:pt x="0" y="0"/>
                </a:moveTo>
                <a:lnTo>
                  <a:pt x="13506824" y="0"/>
                </a:lnTo>
                <a:lnTo>
                  <a:pt x="13506824" y="5571565"/>
                </a:lnTo>
                <a:lnTo>
                  <a:pt x="0" y="557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41869" y="6356439"/>
            <a:ext cx="12761575" cy="1531389"/>
          </a:xfrm>
          <a:custGeom>
            <a:avLst/>
            <a:gdLst/>
            <a:ahLst/>
            <a:cxnLst/>
            <a:rect r="r" b="b" t="t" l="l"/>
            <a:pathLst>
              <a:path h="1531389" w="12761575">
                <a:moveTo>
                  <a:pt x="0" y="0"/>
                </a:moveTo>
                <a:lnTo>
                  <a:pt x="12761575" y="0"/>
                </a:lnTo>
                <a:lnTo>
                  <a:pt x="12761575" y="1531389"/>
                </a:lnTo>
                <a:lnTo>
                  <a:pt x="0" y="1531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59005" y="4274503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665376"/>
            <a:ext cx="11301259" cy="4478124"/>
          </a:xfrm>
          <a:custGeom>
            <a:avLst/>
            <a:gdLst/>
            <a:ahLst/>
            <a:cxnLst/>
            <a:rect r="r" b="b" t="t" l="l"/>
            <a:pathLst>
              <a:path h="4478124" w="11301259">
                <a:moveTo>
                  <a:pt x="0" y="0"/>
                </a:moveTo>
                <a:lnTo>
                  <a:pt x="11301258" y="0"/>
                </a:lnTo>
                <a:lnTo>
                  <a:pt x="11301258" y="4478124"/>
                </a:lnTo>
                <a:lnTo>
                  <a:pt x="0" y="4478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08933" y="5355415"/>
            <a:ext cx="7070135" cy="4683964"/>
          </a:xfrm>
          <a:custGeom>
            <a:avLst/>
            <a:gdLst/>
            <a:ahLst/>
            <a:cxnLst/>
            <a:rect r="r" b="b" t="t" l="l"/>
            <a:pathLst>
              <a:path h="4683964" w="7070135">
                <a:moveTo>
                  <a:pt x="0" y="0"/>
                </a:moveTo>
                <a:lnTo>
                  <a:pt x="7070134" y="0"/>
                </a:lnTo>
                <a:lnTo>
                  <a:pt x="7070134" y="4683964"/>
                </a:lnTo>
                <a:lnTo>
                  <a:pt x="0" y="4683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59005" y="4274503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1028700"/>
            <a:ext cx="11301259" cy="1455037"/>
          </a:xfrm>
          <a:custGeom>
            <a:avLst/>
            <a:gdLst/>
            <a:ahLst/>
            <a:cxnLst/>
            <a:rect r="r" b="b" t="t" l="l"/>
            <a:pathLst>
              <a:path h="1455037" w="11301259">
                <a:moveTo>
                  <a:pt x="0" y="0"/>
                </a:moveTo>
                <a:lnTo>
                  <a:pt x="11301258" y="0"/>
                </a:lnTo>
                <a:lnTo>
                  <a:pt x="11301258" y="1455037"/>
                </a:lnTo>
                <a:lnTo>
                  <a:pt x="0" y="1455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8756807"/>
            <a:ext cx="11301259" cy="1002987"/>
          </a:xfrm>
          <a:custGeom>
            <a:avLst/>
            <a:gdLst/>
            <a:ahLst/>
            <a:cxnLst/>
            <a:rect r="r" b="b" t="t" l="l"/>
            <a:pathLst>
              <a:path h="1002987" w="11301259">
                <a:moveTo>
                  <a:pt x="0" y="0"/>
                </a:moveTo>
                <a:lnTo>
                  <a:pt x="11301258" y="0"/>
                </a:lnTo>
                <a:lnTo>
                  <a:pt x="11301258" y="1002986"/>
                </a:lnTo>
                <a:lnTo>
                  <a:pt x="0" y="1002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53396" y="2517535"/>
            <a:ext cx="5993002" cy="6012397"/>
          </a:xfrm>
          <a:custGeom>
            <a:avLst/>
            <a:gdLst/>
            <a:ahLst/>
            <a:cxnLst/>
            <a:rect r="r" b="b" t="t" l="l"/>
            <a:pathLst>
              <a:path h="6012397" w="5993002">
                <a:moveTo>
                  <a:pt x="0" y="0"/>
                </a:moveTo>
                <a:lnTo>
                  <a:pt x="5993002" y="0"/>
                </a:lnTo>
                <a:lnTo>
                  <a:pt x="5993002" y="6012397"/>
                </a:lnTo>
                <a:lnTo>
                  <a:pt x="0" y="6012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063907"/>
            <a:ext cx="11301259" cy="6159186"/>
          </a:xfrm>
          <a:custGeom>
            <a:avLst/>
            <a:gdLst/>
            <a:ahLst/>
            <a:cxnLst/>
            <a:rect r="r" b="b" t="t" l="l"/>
            <a:pathLst>
              <a:path h="6159186" w="11301259">
                <a:moveTo>
                  <a:pt x="0" y="0"/>
                </a:moveTo>
                <a:lnTo>
                  <a:pt x="11301258" y="0"/>
                </a:lnTo>
                <a:lnTo>
                  <a:pt x="11301258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70798" y="310937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860030"/>
            <a:ext cx="11301259" cy="791088"/>
          </a:xfrm>
          <a:custGeom>
            <a:avLst/>
            <a:gdLst/>
            <a:ahLst/>
            <a:cxnLst/>
            <a:rect r="r" b="b" t="t" l="l"/>
            <a:pathLst>
              <a:path h="791088" w="11301259">
                <a:moveTo>
                  <a:pt x="0" y="0"/>
                </a:moveTo>
                <a:lnTo>
                  <a:pt x="11301258" y="0"/>
                </a:lnTo>
                <a:lnTo>
                  <a:pt x="11301258" y="791089"/>
                </a:lnTo>
                <a:lnTo>
                  <a:pt x="0" y="79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1519" y="2722478"/>
            <a:ext cx="6899486" cy="3181499"/>
          </a:xfrm>
          <a:custGeom>
            <a:avLst/>
            <a:gdLst/>
            <a:ahLst/>
            <a:cxnLst/>
            <a:rect r="r" b="b" t="t" l="l"/>
            <a:pathLst>
              <a:path h="3181499" w="6899486">
                <a:moveTo>
                  <a:pt x="0" y="0"/>
                </a:moveTo>
                <a:lnTo>
                  <a:pt x="6899486" y="0"/>
                </a:lnTo>
                <a:lnTo>
                  <a:pt x="6899486" y="3181499"/>
                </a:lnTo>
                <a:lnTo>
                  <a:pt x="0" y="3181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46272" y="2722478"/>
            <a:ext cx="5455406" cy="5497157"/>
          </a:xfrm>
          <a:custGeom>
            <a:avLst/>
            <a:gdLst/>
            <a:ahLst/>
            <a:cxnLst/>
            <a:rect r="r" b="b" t="t" l="l"/>
            <a:pathLst>
              <a:path h="5497157" w="5455406">
                <a:moveTo>
                  <a:pt x="0" y="0"/>
                </a:moveTo>
                <a:lnTo>
                  <a:pt x="5455407" y="0"/>
                </a:lnTo>
                <a:lnTo>
                  <a:pt x="5455407" y="5497157"/>
                </a:lnTo>
                <a:lnTo>
                  <a:pt x="0" y="54971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5557" y="2420487"/>
            <a:ext cx="5867185" cy="5446026"/>
          </a:xfrm>
          <a:custGeom>
            <a:avLst/>
            <a:gdLst/>
            <a:ahLst/>
            <a:cxnLst/>
            <a:rect r="r" b="b" t="t" l="l"/>
            <a:pathLst>
              <a:path h="5446026" w="5867185">
                <a:moveTo>
                  <a:pt x="0" y="0"/>
                </a:moveTo>
                <a:lnTo>
                  <a:pt x="5867185" y="0"/>
                </a:lnTo>
                <a:lnTo>
                  <a:pt x="5867185" y="5446026"/>
                </a:lnTo>
                <a:lnTo>
                  <a:pt x="0" y="5446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420487"/>
            <a:ext cx="7499575" cy="5499688"/>
          </a:xfrm>
          <a:custGeom>
            <a:avLst/>
            <a:gdLst/>
            <a:ahLst/>
            <a:cxnLst/>
            <a:rect r="r" b="b" t="t" l="l"/>
            <a:pathLst>
              <a:path h="5499688" w="7499575">
                <a:moveTo>
                  <a:pt x="0" y="0"/>
                </a:moveTo>
                <a:lnTo>
                  <a:pt x="7499575" y="0"/>
                </a:lnTo>
                <a:lnTo>
                  <a:pt x="7499575" y="5499688"/>
                </a:lnTo>
                <a:lnTo>
                  <a:pt x="0" y="549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1315199"/>
            <a:ext cx="11301259" cy="3828301"/>
          </a:xfrm>
          <a:custGeom>
            <a:avLst/>
            <a:gdLst/>
            <a:ahLst/>
            <a:cxnLst/>
            <a:rect r="r" b="b" t="t" l="l"/>
            <a:pathLst>
              <a:path h="3828301" w="11301259">
                <a:moveTo>
                  <a:pt x="0" y="0"/>
                </a:moveTo>
                <a:lnTo>
                  <a:pt x="11301258" y="0"/>
                </a:lnTo>
                <a:lnTo>
                  <a:pt x="11301258" y="3828301"/>
                </a:lnTo>
                <a:lnTo>
                  <a:pt x="0" y="3828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5310071"/>
            <a:ext cx="11301259" cy="3418631"/>
          </a:xfrm>
          <a:custGeom>
            <a:avLst/>
            <a:gdLst/>
            <a:ahLst/>
            <a:cxnLst/>
            <a:rect r="r" b="b" t="t" l="l"/>
            <a:pathLst>
              <a:path h="3418631" w="11301259">
                <a:moveTo>
                  <a:pt x="0" y="0"/>
                </a:moveTo>
                <a:lnTo>
                  <a:pt x="11301258" y="0"/>
                </a:lnTo>
                <a:lnTo>
                  <a:pt x="11301258" y="3418631"/>
                </a:lnTo>
                <a:lnTo>
                  <a:pt x="0" y="3418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186970"/>
            <a:ext cx="11301259" cy="3913061"/>
          </a:xfrm>
          <a:custGeom>
            <a:avLst/>
            <a:gdLst/>
            <a:ahLst/>
            <a:cxnLst/>
            <a:rect r="r" b="b" t="t" l="l"/>
            <a:pathLst>
              <a:path h="3913061" w="11301259">
                <a:moveTo>
                  <a:pt x="0" y="0"/>
                </a:moveTo>
                <a:lnTo>
                  <a:pt x="11301258" y="0"/>
                </a:lnTo>
                <a:lnTo>
                  <a:pt x="11301258" y="3913060"/>
                </a:lnTo>
                <a:lnTo>
                  <a:pt x="0" y="3913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26429" y="1464715"/>
            <a:ext cx="13435142" cy="7590855"/>
          </a:xfrm>
          <a:custGeom>
            <a:avLst/>
            <a:gdLst/>
            <a:ahLst/>
            <a:cxnLst/>
            <a:rect r="r" b="b" t="t" l="l"/>
            <a:pathLst>
              <a:path h="7590855" w="13435142">
                <a:moveTo>
                  <a:pt x="0" y="0"/>
                </a:moveTo>
                <a:lnTo>
                  <a:pt x="13435142" y="0"/>
                </a:lnTo>
                <a:lnTo>
                  <a:pt x="13435142" y="7590855"/>
                </a:lnTo>
                <a:lnTo>
                  <a:pt x="0" y="7590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59005" y="4274503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1965021"/>
            <a:ext cx="11301259" cy="3178479"/>
          </a:xfrm>
          <a:custGeom>
            <a:avLst/>
            <a:gdLst/>
            <a:ahLst/>
            <a:cxnLst/>
            <a:rect r="r" b="b" t="t" l="l"/>
            <a:pathLst>
              <a:path h="3178479" w="11301259">
                <a:moveTo>
                  <a:pt x="0" y="0"/>
                </a:moveTo>
                <a:lnTo>
                  <a:pt x="11301258" y="0"/>
                </a:lnTo>
                <a:lnTo>
                  <a:pt x="11301258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59005" y="4274503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33514" y="2153460"/>
            <a:ext cx="13020973" cy="3369177"/>
          </a:xfrm>
          <a:custGeom>
            <a:avLst/>
            <a:gdLst/>
            <a:ahLst/>
            <a:cxnLst/>
            <a:rect r="r" b="b" t="t" l="l"/>
            <a:pathLst>
              <a:path h="3369177" w="13020973">
                <a:moveTo>
                  <a:pt x="0" y="0"/>
                </a:moveTo>
                <a:lnTo>
                  <a:pt x="13020972" y="0"/>
                </a:lnTo>
                <a:lnTo>
                  <a:pt x="13020972" y="3369177"/>
                </a:lnTo>
                <a:lnTo>
                  <a:pt x="0" y="33691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3653314" y="1028700"/>
            <a:ext cx="10981372" cy="6172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68211" y="7601586"/>
            <a:ext cx="16291089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lesson four’s panel discussion, entrepreneurs and first-time business owners share their start up stories, focusing on the support networks they relied upon to get going. 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You’ll discover what challenges they’ve faced and what keeps them motivated. Watch the video and write down key points that jump out to you.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1035" y="2334106"/>
            <a:ext cx="13765929" cy="4611586"/>
          </a:xfrm>
          <a:custGeom>
            <a:avLst/>
            <a:gdLst/>
            <a:ahLst/>
            <a:cxnLst/>
            <a:rect r="r" b="b" t="t" l="l"/>
            <a:pathLst>
              <a:path h="4611586" w="13765929">
                <a:moveTo>
                  <a:pt x="0" y="0"/>
                </a:moveTo>
                <a:lnTo>
                  <a:pt x="13765930" y="0"/>
                </a:lnTo>
                <a:lnTo>
                  <a:pt x="13765930" y="4611586"/>
                </a:lnTo>
                <a:lnTo>
                  <a:pt x="0" y="4611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9691" y="1970363"/>
            <a:ext cx="14888619" cy="6346274"/>
          </a:xfrm>
          <a:custGeom>
            <a:avLst/>
            <a:gdLst/>
            <a:ahLst/>
            <a:cxnLst/>
            <a:rect r="r" b="b" t="t" l="l"/>
            <a:pathLst>
              <a:path h="6346274" w="14888619">
                <a:moveTo>
                  <a:pt x="0" y="0"/>
                </a:moveTo>
                <a:lnTo>
                  <a:pt x="14888618" y="0"/>
                </a:lnTo>
                <a:lnTo>
                  <a:pt x="14888618" y="6346274"/>
                </a:lnTo>
                <a:lnTo>
                  <a:pt x="0" y="6346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138161"/>
            <a:ext cx="11301259" cy="5523490"/>
          </a:xfrm>
          <a:custGeom>
            <a:avLst/>
            <a:gdLst/>
            <a:ahLst/>
            <a:cxnLst/>
            <a:rect r="r" b="b" t="t" l="l"/>
            <a:pathLst>
              <a:path h="5523490" w="11301259">
                <a:moveTo>
                  <a:pt x="0" y="0"/>
                </a:moveTo>
                <a:lnTo>
                  <a:pt x="11301258" y="0"/>
                </a:lnTo>
                <a:lnTo>
                  <a:pt x="11301258" y="5523490"/>
                </a:lnTo>
                <a:lnTo>
                  <a:pt x="0" y="5523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9005" y="749652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68400" y="2864628"/>
            <a:ext cx="7351200" cy="5949531"/>
          </a:xfrm>
          <a:custGeom>
            <a:avLst/>
            <a:gdLst/>
            <a:ahLst/>
            <a:cxnLst/>
            <a:rect r="r" b="b" t="t" l="l"/>
            <a:pathLst>
              <a:path h="5949531" w="7351200">
                <a:moveTo>
                  <a:pt x="0" y="0"/>
                </a:moveTo>
                <a:lnTo>
                  <a:pt x="7351200" y="0"/>
                </a:lnTo>
                <a:lnTo>
                  <a:pt x="7351200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9005" y="749652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0626" y="2104671"/>
            <a:ext cx="7326748" cy="6077658"/>
          </a:xfrm>
          <a:custGeom>
            <a:avLst/>
            <a:gdLst/>
            <a:ahLst/>
            <a:cxnLst/>
            <a:rect r="r" b="b" t="t" l="l"/>
            <a:pathLst>
              <a:path h="6077658" w="7326748">
                <a:moveTo>
                  <a:pt x="0" y="0"/>
                </a:moveTo>
                <a:lnTo>
                  <a:pt x="7326748" y="0"/>
                </a:lnTo>
                <a:lnTo>
                  <a:pt x="7326748" y="6077658"/>
                </a:lnTo>
                <a:lnTo>
                  <a:pt x="0" y="6077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35418" y="159703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02524" y="3683194"/>
            <a:ext cx="8282953" cy="5704186"/>
          </a:xfrm>
          <a:custGeom>
            <a:avLst/>
            <a:gdLst/>
            <a:ahLst/>
            <a:cxnLst/>
            <a:rect r="r" b="b" t="t" l="l"/>
            <a:pathLst>
              <a:path h="5704186" w="8282953">
                <a:moveTo>
                  <a:pt x="0" y="0"/>
                </a:moveTo>
                <a:lnTo>
                  <a:pt x="8282952" y="0"/>
                </a:lnTo>
                <a:lnTo>
                  <a:pt x="8282952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75538" y="1400161"/>
            <a:ext cx="253692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Quiz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72577" y="3078623"/>
            <a:ext cx="9942846" cy="5642565"/>
          </a:xfrm>
          <a:custGeom>
            <a:avLst/>
            <a:gdLst/>
            <a:ahLst/>
            <a:cxnLst/>
            <a:rect r="r" b="b" t="t" l="l"/>
            <a:pathLst>
              <a:path h="5642565" w="9942846">
                <a:moveTo>
                  <a:pt x="0" y="0"/>
                </a:moveTo>
                <a:lnTo>
                  <a:pt x="9942846" y="0"/>
                </a:lnTo>
                <a:lnTo>
                  <a:pt x="9942846" y="5642565"/>
                </a:lnTo>
                <a:lnTo>
                  <a:pt x="0" y="5642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9005" y="857250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16306" y="2951617"/>
            <a:ext cx="9855387" cy="5654529"/>
          </a:xfrm>
          <a:custGeom>
            <a:avLst/>
            <a:gdLst/>
            <a:ahLst/>
            <a:cxnLst/>
            <a:rect r="r" b="b" t="t" l="l"/>
            <a:pathLst>
              <a:path h="5654529" w="9855387">
                <a:moveTo>
                  <a:pt x="0" y="0"/>
                </a:moveTo>
                <a:lnTo>
                  <a:pt x="9855388" y="0"/>
                </a:lnTo>
                <a:lnTo>
                  <a:pt x="9855388" y="5654528"/>
                </a:lnTo>
                <a:lnTo>
                  <a:pt x="0" y="565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9005" y="1112727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113350"/>
            <a:ext cx="11301259" cy="6060300"/>
          </a:xfrm>
          <a:custGeom>
            <a:avLst/>
            <a:gdLst/>
            <a:ahLst/>
            <a:cxnLst/>
            <a:rect r="r" b="b" t="t" l="l"/>
            <a:pathLst>
              <a:path h="6060300" w="11301259">
                <a:moveTo>
                  <a:pt x="0" y="0"/>
                </a:moveTo>
                <a:lnTo>
                  <a:pt x="11301258" y="0"/>
                </a:lnTo>
                <a:lnTo>
                  <a:pt x="11301258" y="6060300"/>
                </a:lnTo>
                <a:lnTo>
                  <a:pt x="0" y="606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80030" y="310937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093812"/>
            <a:ext cx="11301259" cy="3249112"/>
          </a:xfrm>
          <a:custGeom>
            <a:avLst/>
            <a:gdLst/>
            <a:ahLst/>
            <a:cxnLst/>
            <a:rect r="r" b="b" t="t" l="l"/>
            <a:pathLst>
              <a:path h="3249112" w="11301259">
                <a:moveTo>
                  <a:pt x="0" y="0"/>
                </a:moveTo>
                <a:lnTo>
                  <a:pt x="11301258" y="0"/>
                </a:lnTo>
                <a:lnTo>
                  <a:pt x="11301258" y="3249112"/>
                </a:lnTo>
                <a:lnTo>
                  <a:pt x="0" y="3249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80030" y="2156567"/>
            <a:ext cx="396999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5451" y="1126715"/>
            <a:ext cx="6657098" cy="8321373"/>
          </a:xfrm>
          <a:custGeom>
            <a:avLst/>
            <a:gdLst/>
            <a:ahLst/>
            <a:cxnLst/>
            <a:rect r="r" b="b" t="t" l="l"/>
            <a:pathLst>
              <a:path h="8321373" w="6657098">
                <a:moveTo>
                  <a:pt x="0" y="0"/>
                </a:moveTo>
                <a:lnTo>
                  <a:pt x="6657098" y="0"/>
                </a:lnTo>
                <a:lnTo>
                  <a:pt x="6657098" y="8321373"/>
                </a:lnTo>
                <a:lnTo>
                  <a:pt x="0" y="8321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85326" y="424382"/>
            <a:ext cx="12717347" cy="9681081"/>
          </a:xfrm>
          <a:custGeom>
            <a:avLst/>
            <a:gdLst/>
            <a:ahLst/>
            <a:cxnLst/>
            <a:rect r="r" b="b" t="t" l="l"/>
            <a:pathLst>
              <a:path h="9681081" w="12717347">
                <a:moveTo>
                  <a:pt x="0" y="0"/>
                </a:moveTo>
                <a:lnTo>
                  <a:pt x="12717348" y="0"/>
                </a:lnTo>
                <a:lnTo>
                  <a:pt x="12717348" y="9681081"/>
                </a:lnTo>
                <a:lnTo>
                  <a:pt x="0" y="968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DAHK-PwF7Lw</dc:identifier>
  <dcterms:modified xsi:type="dcterms:W3CDTF">2011-08-01T06:04:30Z</dcterms:modified>
  <cp:revision>1</cp:revision>
  <dc:title>Survey</dc:title>
</cp:coreProperties>
</file>