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https://youtu.be/CRHntr3bL9M?si=G-P8Es0ZJuzwRd4G" TargetMode="External" Type="http://schemas.openxmlformats.org/officeDocument/2006/relationships/video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2" y="1028700"/>
            <a:ext cx="18287438" cy="8115051"/>
          </a:xfrm>
          <a:custGeom>
            <a:avLst/>
            <a:gdLst/>
            <a:ahLst/>
            <a:cxnLst/>
            <a:rect r="r" b="b" t="t" l="l"/>
            <a:pathLst>
              <a:path h="8115051" w="18287438">
                <a:moveTo>
                  <a:pt x="0" y="0"/>
                </a:moveTo>
                <a:lnTo>
                  <a:pt x="18287438" y="0"/>
                </a:lnTo>
                <a:lnTo>
                  <a:pt x="18287438" y="8115051"/>
                </a:lnTo>
                <a:lnTo>
                  <a:pt x="0" y="8115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3653314" y="1028700"/>
            <a:ext cx="10981372" cy="6172200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3653314" y="7569062"/>
            <a:ext cx="11237823" cy="2319602"/>
          </a:xfrm>
          <a:custGeom>
            <a:avLst/>
            <a:gdLst/>
            <a:ahLst/>
            <a:cxnLst/>
            <a:rect r="r" b="b" t="t" l="l"/>
            <a:pathLst>
              <a:path h="2319602" w="11237823">
                <a:moveTo>
                  <a:pt x="0" y="0"/>
                </a:moveTo>
                <a:lnTo>
                  <a:pt x="11237823" y="0"/>
                </a:lnTo>
                <a:lnTo>
                  <a:pt x="11237823" y="2319602"/>
                </a:lnTo>
                <a:lnTo>
                  <a:pt x="0" y="2319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4512" y="2112182"/>
            <a:ext cx="17718975" cy="4894867"/>
          </a:xfrm>
          <a:custGeom>
            <a:avLst/>
            <a:gdLst/>
            <a:ahLst/>
            <a:cxnLst/>
            <a:rect r="r" b="b" t="t" l="l"/>
            <a:pathLst>
              <a:path h="4894867" w="17718975">
                <a:moveTo>
                  <a:pt x="0" y="0"/>
                </a:moveTo>
                <a:lnTo>
                  <a:pt x="17718976" y="0"/>
                </a:lnTo>
                <a:lnTo>
                  <a:pt x="17718976" y="4894867"/>
                </a:lnTo>
                <a:lnTo>
                  <a:pt x="0" y="4894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9254" y="620247"/>
            <a:ext cx="12789493" cy="7210077"/>
          </a:xfrm>
          <a:custGeom>
            <a:avLst/>
            <a:gdLst/>
            <a:ahLst/>
            <a:cxnLst/>
            <a:rect r="r" b="b" t="t" l="l"/>
            <a:pathLst>
              <a:path h="7210077" w="12789493">
                <a:moveTo>
                  <a:pt x="0" y="0"/>
                </a:moveTo>
                <a:lnTo>
                  <a:pt x="12789492" y="0"/>
                </a:lnTo>
                <a:lnTo>
                  <a:pt x="12789492" y="7210076"/>
                </a:lnTo>
                <a:lnTo>
                  <a:pt x="0" y="7210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49254" y="7997616"/>
            <a:ext cx="12338831" cy="1669137"/>
          </a:xfrm>
          <a:custGeom>
            <a:avLst/>
            <a:gdLst/>
            <a:ahLst/>
            <a:cxnLst/>
            <a:rect r="r" b="b" t="t" l="l"/>
            <a:pathLst>
              <a:path h="1669137" w="12338831">
                <a:moveTo>
                  <a:pt x="0" y="0"/>
                </a:moveTo>
                <a:lnTo>
                  <a:pt x="12338831" y="0"/>
                </a:lnTo>
                <a:lnTo>
                  <a:pt x="12338831" y="1669137"/>
                </a:lnTo>
                <a:lnTo>
                  <a:pt x="0" y="1669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0885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4539" y="4147629"/>
            <a:ext cx="14558921" cy="2293030"/>
          </a:xfrm>
          <a:custGeom>
            <a:avLst/>
            <a:gdLst/>
            <a:ahLst/>
            <a:cxnLst/>
            <a:rect r="r" b="b" t="t" l="l"/>
            <a:pathLst>
              <a:path h="2293030" w="14558921">
                <a:moveTo>
                  <a:pt x="0" y="0"/>
                </a:moveTo>
                <a:lnTo>
                  <a:pt x="14558922" y="0"/>
                </a:lnTo>
                <a:lnTo>
                  <a:pt x="14558922" y="2293030"/>
                </a:lnTo>
                <a:lnTo>
                  <a:pt x="0" y="2293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7168" y="1006830"/>
            <a:ext cx="383366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9732" y="3077827"/>
            <a:ext cx="6928535" cy="5976977"/>
          </a:xfrm>
          <a:custGeom>
            <a:avLst/>
            <a:gdLst/>
            <a:ahLst/>
            <a:cxnLst/>
            <a:rect r="r" b="b" t="t" l="l"/>
            <a:pathLst>
              <a:path h="5976977" w="6928535">
                <a:moveTo>
                  <a:pt x="0" y="0"/>
                </a:moveTo>
                <a:lnTo>
                  <a:pt x="6928536" y="0"/>
                </a:lnTo>
                <a:lnTo>
                  <a:pt x="6928536" y="5976976"/>
                </a:lnTo>
                <a:lnTo>
                  <a:pt x="0" y="5976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7168" y="1006830"/>
            <a:ext cx="383366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1035" y="3444271"/>
            <a:ext cx="13765929" cy="2908053"/>
          </a:xfrm>
          <a:custGeom>
            <a:avLst/>
            <a:gdLst/>
            <a:ahLst/>
            <a:cxnLst/>
            <a:rect r="r" b="b" t="t" l="l"/>
            <a:pathLst>
              <a:path h="2908053" w="13765929">
                <a:moveTo>
                  <a:pt x="0" y="0"/>
                </a:moveTo>
                <a:lnTo>
                  <a:pt x="13765930" y="0"/>
                </a:lnTo>
                <a:lnTo>
                  <a:pt x="13765930" y="2908053"/>
                </a:lnTo>
                <a:lnTo>
                  <a:pt x="0" y="2908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8993" y="493434"/>
            <a:ext cx="9990014" cy="9300132"/>
          </a:xfrm>
          <a:custGeom>
            <a:avLst/>
            <a:gdLst/>
            <a:ahLst/>
            <a:cxnLst/>
            <a:rect r="r" b="b" t="t" l="l"/>
            <a:pathLst>
              <a:path h="9300132" w="9990014">
                <a:moveTo>
                  <a:pt x="0" y="0"/>
                </a:moveTo>
                <a:lnTo>
                  <a:pt x="9990014" y="0"/>
                </a:lnTo>
                <a:lnTo>
                  <a:pt x="9990014" y="9300132"/>
                </a:lnTo>
                <a:lnTo>
                  <a:pt x="0" y="93001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59554" y="780775"/>
            <a:ext cx="6168893" cy="8725450"/>
          </a:xfrm>
          <a:custGeom>
            <a:avLst/>
            <a:gdLst/>
            <a:ahLst/>
            <a:cxnLst/>
            <a:rect r="r" b="b" t="t" l="l"/>
            <a:pathLst>
              <a:path h="8725450" w="6168893">
                <a:moveTo>
                  <a:pt x="0" y="0"/>
                </a:moveTo>
                <a:lnTo>
                  <a:pt x="6168892" y="0"/>
                </a:lnTo>
                <a:lnTo>
                  <a:pt x="6168892" y="8725450"/>
                </a:lnTo>
                <a:lnTo>
                  <a:pt x="0" y="8725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1149" y="514936"/>
            <a:ext cx="7405703" cy="9257129"/>
          </a:xfrm>
          <a:custGeom>
            <a:avLst/>
            <a:gdLst/>
            <a:ahLst/>
            <a:cxnLst/>
            <a:rect r="r" b="b" t="t" l="l"/>
            <a:pathLst>
              <a:path h="9257129" w="7405703">
                <a:moveTo>
                  <a:pt x="0" y="0"/>
                </a:moveTo>
                <a:lnTo>
                  <a:pt x="7405702" y="0"/>
                </a:lnTo>
                <a:lnTo>
                  <a:pt x="7405702" y="9257128"/>
                </a:lnTo>
                <a:lnTo>
                  <a:pt x="0" y="9257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3836" y="4071883"/>
            <a:ext cx="13280327" cy="2589664"/>
          </a:xfrm>
          <a:custGeom>
            <a:avLst/>
            <a:gdLst/>
            <a:ahLst/>
            <a:cxnLst/>
            <a:rect r="r" b="b" t="t" l="l"/>
            <a:pathLst>
              <a:path h="2589664" w="13280327">
                <a:moveTo>
                  <a:pt x="0" y="0"/>
                </a:moveTo>
                <a:lnTo>
                  <a:pt x="13280328" y="0"/>
                </a:lnTo>
                <a:lnTo>
                  <a:pt x="13280328" y="2589664"/>
                </a:lnTo>
                <a:lnTo>
                  <a:pt x="0" y="2589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7168" y="1006830"/>
            <a:ext cx="383366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22188"/>
            <a:ext cx="8722410" cy="5725179"/>
          </a:xfrm>
          <a:custGeom>
            <a:avLst/>
            <a:gdLst/>
            <a:ahLst/>
            <a:cxnLst/>
            <a:rect r="r" b="b" t="t" l="l"/>
            <a:pathLst>
              <a:path h="5725179" w="8722410">
                <a:moveTo>
                  <a:pt x="0" y="0"/>
                </a:moveTo>
                <a:lnTo>
                  <a:pt x="8722410" y="0"/>
                </a:lnTo>
                <a:lnTo>
                  <a:pt x="8722410" y="5725179"/>
                </a:lnTo>
                <a:lnTo>
                  <a:pt x="0" y="57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03758" y="2290837"/>
            <a:ext cx="6155542" cy="6310450"/>
          </a:xfrm>
          <a:custGeom>
            <a:avLst/>
            <a:gdLst/>
            <a:ahLst/>
            <a:cxnLst/>
            <a:rect r="r" b="b" t="t" l="l"/>
            <a:pathLst>
              <a:path h="6310450" w="6155542">
                <a:moveTo>
                  <a:pt x="0" y="0"/>
                </a:moveTo>
                <a:lnTo>
                  <a:pt x="6155542" y="0"/>
                </a:lnTo>
                <a:lnTo>
                  <a:pt x="6155542" y="6310450"/>
                </a:lnTo>
                <a:lnTo>
                  <a:pt x="0" y="63104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875538" y="1006830"/>
            <a:ext cx="253692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Quiz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9963" y="2578628"/>
            <a:ext cx="16099337" cy="5171912"/>
          </a:xfrm>
          <a:custGeom>
            <a:avLst/>
            <a:gdLst/>
            <a:ahLst/>
            <a:cxnLst/>
            <a:rect r="r" b="b" t="t" l="l"/>
            <a:pathLst>
              <a:path h="5171912" w="16099337">
                <a:moveTo>
                  <a:pt x="0" y="0"/>
                </a:moveTo>
                <a:lnTo>
                  <a:pt x="16099337" y="0"/>
                </a:lnTo>
                <a:lnTo>
                  <a:pt x="16099337" y="5171912"/>
                </a:lnTo>
                <a:lnTo>
                  <a:pt x="0" y="5171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447988"/>
            <a:ext cx="16342284" cy="3391024"/>
          </a:xfrm>
          <a:custGeom>
            <a:avLst/>
            <a:gdLst/>
            <a:ahLst/>
            <a:cxnLst/>
            <a:rect r="r" b="b" t="t" l="l"/>
            <a:pathLst>
              <a:path h="3391024" w="16342284">
                <a:moveTo>
                  <a:pt x="0" y="0"/>
                </a:moveTo>
                <a:lnTo>
                  <a:pt x="16342284" y="0"/>
                </a:lnTo>
                <a:lnTo>
                  <a:pt x="16342284" y="3391024"/>
                </a:lnTo>
                <a:lnTo>
                  <a:pt x="0" y="3391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27168" y="1006830"/>
            <a:ext cx="383366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1043" y="723040"/>
            <a:ext cx="7545915" cy="9432393"/>
          </a:xfrm>
          <a:custGeom>
            <a:avLst/>
            <a:gdLst/>
            <a:ahLst/>
            <a:cxnLst/>
            <a:rect r="r" b="b" t="t" l="l"/>
            <a:pathLst>
              <a:path h="9432393" w="7545915">
                <a:moveTo>
                  <a:pt x="0" y="0"/>
                </a:moveTo>
                <a:lnTo>
                  <a:pt x="7545914" y="0"/>
                </a:lnTo>
                <a:lnTo>
                  <a:pt x="7545914" y="9432393"/>
                </a:lnTo>
                <a:lnTo>
                  <a:pt x="0" y="9432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D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8494" y="1976133"/>
            <a:ext cx="11091011" cy="3757363"/>
          </a:xfrm>
          <a:custGeom>
            <a:avLst/>
            <a:gdLst/>
            <a:ahLst/>
            <a:cxnLst/>
            <a:rect r="r" b="b" t="t" l="l"/>
            <a:pathLst>
              <a:path h="3757363" w="11091011">
                <a:moveTo>
                  <a:pt x="0" y="0"/>
                </a:moveTo>
                <a:lnTo>
                  <a:pt x="11091012" y="0"/>
                </a:lnTo>
                <a:lnTo>
                  <a:pt x="11091012" y="3757363"/>
                </a:lnTo>
                <a:lnTo>
                  <a:pt x="0" y="3757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DAHK-U7Ed9g</dc:identifier>
  <dcterms:modified xsi:type="dcterms:W3CDTF">2011-08-01T06:04:30Z</dcterms:modified>
  <cp:revision>1</cp:revision>
  <dc:title>Lesson 5</dc:title>
</cp:coreProperties>
</file>