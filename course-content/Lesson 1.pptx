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slide+xml" PartName="/ppt/slides/slide26.xml"/>
  <Override ContentType="application/vnd.openxmlformats-officedocument.presentationml.slide+xml" PartName="/ppt/slides/slide27.xml"/>
  <Override ContentType="application/vnd.openxmlformats-officedocument.presentationml.slide+xml" PartName="/ppt/slides/slide28.xml"/>
  <Override ContentType="application/vnd.openxmlformats-officedocument.presentationml.slide+xml" PartName="/ppt/slides/slide29.xml"/>
  <Override ContentType="application/vnd.openxmlformats-officedocument.presentationml.slide+xml" PartName="/ppt/slides/slide30.xml"/>
  <Override ContentType="application/vnd.openxmlformats-officedocument.presentationml.slide+xml" PartName="/ppt/slides/slide31.xml"/>
  <Override ContentType="application/vnd.openxmlformats-officedocument.presentationml.slide+xml" PartName="/ppt/slides/slide32.xml"/>
  <Override ContentType="application/vnd.openxmlformats-officedocument.presentationml.slide+xml" PartName="/ppt/slides/slide33.xml"/>
  <Override ContentType="application/vnd.openxmlformats-officedocument.presentationml.slide+xml" PartName="/ppt/slides/slide34.xml"/>
  <Override ContentType="application/vnd.openxmlformats-officedocument.presentationml.slide+xml" PartName="/ppt/slides/slide35.xml"/>
  <Override ContentType="application/vnd.openxmlformats-officedocument.presentationml.slide+xml" PartName="/ppt/slides/slide36.xml"/>
  <Override ContentType="application/vnd.openxmlformats-officedocument.presentationml.slide+xml" PartName="/ppt/slides/slide3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</p:sldIdLst>
  <p:sldSz cx="18288000" cy="10287000"/>
  <p:notesSz cx="6858000" cy="9144000"/>
  <p:embeddedFontLst>
    <p:embeddedFont>
      <p:font typeface="Canva Sans Bold" charset="1" panose="020B0803030501040103"/>
      <p:regular r:id="rId4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slides/slide25.xml" Type="http://schemas.openxmlformats.org/officeDocument/2006/relationships/slide"/><Relationship Id="rId31" Target="slides/slide26.xml" Type="http://schemas.openxmlformats.org/officeDocument/2006/relationships/slide"/><Relationship Id="rId32" Target="slides/slide27.xml" Type="http://schemas.openxmlformats.org/officeDocument/2006/relationships/slide"/><Relationship Id="rId33" Target="slides/slide28.xml" Type="http://schemas.openxmlformats.org/officeDocument/2006/relationships/slide"/><Relationship Id="rId34" Target="slides/slide29.xml" Type="http://schemas.openxmlformats.org/officeDocument/2006/relationships/slide"/><Relationship Id="rId35" Target="slides/slide30.xml" Type="http://schemas.openxmlformats.org/officeDocument/2006/relationships/slide"/><Relationship Id="rId36" Target="slides/slide31.xml" Type="http://schemas.openxmlformats.org/officeDocument/2006/relationships/slide"/><Relationship Id="rId37" Target="slides/slide32.xml" Type="http://schemas.openxmlformats.org/officeDocument/2006/relationships/slide"/><Relationship Id="rId38" Target="slides/slide33.xml" Type="http://schemas.openxmlformats.org/officeDocument/2006/relationships/slide"/><Relationship Id="rId39" Target="slides/slide34.xml" Type="http://schemas.openxmlformats.org/officeDocument/2006/relationships/slide"/><Relationship Id="rId4" Target="theme/theme1.xml" Type="http://schemas.openxmlformats.org/officeDocument/2006/relationships/theme"/><Relationship Id="rId40" Target="slides/slide35.xml" Type="http://schemas.openxmlformats.org/officeDocument/2006/relationships/slide"/><Relationship Id="rId41" Target="slides/slide36.xml" Type="http://schemas.openxmlformats.org/officeDocument/2006/relationships/slide"/><Relationship Id="rId42" Target="slides/slide37.xml" Type="http://schemas.openxmlformats.org/officeDocument/2006/relationships/slide"/><Relationship Id="rId43" Target="fonts/font43.fntdata" Type="http://schemas.openxmlformats.org/officeDocument/2006/relationships/font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Relationship Id="rId3" Target="https://youtu.be/J2rbeuNiCUg?si=u22rKFYb1Pe1cywa" TargetMode="External" Type="http://schemas.openxmlformats.org/officeDocument/2006/relationships/video"/><Relationship Id="rId4" Target="../media/image3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8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9.pn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0.pn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1.pn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2.pn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3.png" Type="http://schemas.openxmlformats.org/officeDocument/2006/relationships/image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4.png" Type="http://schemas.openxmlformats.org/officeDocument/2006/relationships/image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5.png" Type="http://schemas.openxmlformats.org/officeDocument/2006/relationships/image"/></Relationships>
</file>

<file path=ppt/slides/_rels/slide2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6.png" Type="http://schemas.openxmlformats.org/officeDocument/2006/relationships/image"/><Relationship Id="rId3" Target="../media/image27.png" Type="http://schemas.openxmlformats.org/officeDocument/2006/relationships/image"/><Relationship Id="rId4" Target="../media/image28.png" Type="http://schemas.openxmlformats.org/officeDocument/2006/relationships/image"/></Relationships>
</file>

<file path=ppt/slides/_rels/slide2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9.png" Type="http://schemas.openxmlformats.org/officeDocument/2006/relationships/image"/></Relationships>
</file>

<file path=ppt/slides/_rels/slide2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0.png" Type="http://schemas.openxmlformats.org/officeDocument/2006/relationships/image"/></Relationships>
</file>

<file path=ppt/slides/_rels/slide2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1.png" Type="http://schemas.openxmlformats.org/officeDocument/2006/relationships/image"/><Relationship Id="rId3" Target="../media/image32.png" Type="http://schemas.openxmlformats.org/officeDocument/2006/relationships/image"/></Relationships>
</file>

<file path=ppt/slides/_rels/slide2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3.png" Type="http://schemas.openxmlformats.org/officeDocument/2006/relationships/image"/></Relationships>
</file>

<file path=ppt/slides/_rels/slide3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4.png" Type="http://schemas.openxmlformats.org/officeDocument/2006/relationships/image"/><Relationship Id="rId3" Target="../media/image35.png" Type="http://schemas.openxmlformats.org/officeDocument/2006/relationships/image"/></Relationships>
</file>

<file path=ppt/slides/_rels/slide3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6.png" Type="http://schemas.openxmlformats.org/officeDocument/2006/relationships/image"/><Relationship Id="rId3" Target="../media/image37.png" Type="http://schemas.openxmlformats.org/officeDocument/2006/relationships/image"/></Relationships>
</file>

<file path=ppt/slides/_rels/slide3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8.png" Type="http://schemas.openxmlformats.org/officeDocument/2006/relationships/image"/></Relationships>
</file>

<file path=ppt/slides/_rels/slide3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9.png" Type="http://schemas.openxmlformats.org/officeDocument/2006/relationships/image"/></Relationships>
</file>

<file path=ppt/slides/_rels/slide3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0.png" Type="http://schemas.openxmlformats.org/officeDocument/2006/relationships/image"/><Relationship Id="rId3" Target="../media/image41.png" Type="http://schemas.openxmlformats.org/officeDocument/2006/relationships/image"/></Relationships>
</file>

<file path=ppt/slides/_rels/slide3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2.png" Type="http://schemas.openxmlformats.org/officeDocument/2006/relationships/image"/></Relationships>
</file>

<file path=ppt/slides/_rels/slide3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3.png" Type="http://schemas.openxmlformats.org/officeDocument/2006/relationships/image"/><Relationship Id="rId3" Target="../media/image44.png" Type="http://schemas.openxmlformats.org/officeDocument/2006/relationships/image"/></Relationships>
</file>

<file path=ppt/slides/_rels/slide3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5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D1D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811530"/>
            <a:ext cx="18288000" cy="8663940"/>
          </a:xfrm>
          <a:custGeom>
            <a:avLst/>
            <a:gdLst/>
            <a:ahLst/>
            <a:cxnLst/>
            <a:rect r="r" b="b" t="t" l="l"/>
            <a:pathLst>
              <a:path h="8663940" w="18288000">
                <a:moveTo>
                  <a:pt x="0" y="0"/>
                </a:moveTo>
                <a:lnTo>
                  <a:pt x="18288000" y="0"/>
                </a:lnTo>
                <a:lnTo>
                  <a:pt x="18288000" y="8663940"/>
                </a:lnTo>
                <a:lnTo>
                  <a:pt x="0" y="866394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D1D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>
            <a:videoFile r:link="rId3"/>
          </p:nvPr>
        </p:nvPicPr>
        <p:blipFill>
          <a:blip r:embed="rId2"/>
          <a:stretch>
            <a:fillRect/>
          </a:stretch>
        </p:blipFill>
        <p:spPr>
          <a:xfrm rot="0">
            <a:off x="3653314" y="847151"/>
            <a:ext cx="10981372" cy="6172200"/>
          </a:xfrm>
          <a:prstGeom prst="rect">
            <a:avLst/>
          </a:prstGeom>
        </p:spPr>
      </p:pic>
      <p:sp>
        <p:nvSpPr>
          <p:cNvPr name="Freeform 3" id="3"/>
          <p:cNvSpPr/>
          <p:nvPr/>
        </p:nvSpPr>
        <p:spPr>
          <a:xfrm flipH="false" flipV="false" rot="0">
            <a:off x="3493371" y="7717969"/>
            <a:ext cx="11301259" cy="1356151"/>
          </a:xfrm>
          <a:custGeom>
            <a:avLst/>
            <a:gdLst/>
            <a:ahLst/>
            <a:cxnLst/>
            <a:rect r="r" b="b" t="t" l="l"/>
            <a:pathLst>
              <a:path h="1356151" w="11301259">
                <a:moveTo>
                  <a:pt x="0" y="0"/>
                </a:moveTo>
                <a:lnTo>
                  <a:pt x="11301258" y="0"/>
                </a:lnTo>
                <a:lnTo>
                  <a:pt x="11301258" y="1356151"/>
                </a:lnTo>
                <a:lnTo>
                  <a:pt x="0" y="135615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D1D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228600"/>
            <a:ext cx="18288000" cy="9829800"/>
          </a:xfrm>
          <a:custGeom>
            <a:avLst/>
            <a:gdLst/>
            <a:ahLst/>
            <a:cxnLst/>
            <a:rect r="r" b="b" t="t" l="l"/>
            <a:pathLst>
              <a:path h="9829800" w="18288000">
                <a:moveTo>
                  <a:pt x="0" y="0"/>
                </a:moveTo>
                <a:lnTo>
                  <a:pt x="18288000" y="0"/>
                </a:lnTo>
                <a:lnTo>
                  <a:pt x="18288000" y="9829800"/>
                </a:lnTo>
                <a:lnTo>
                  <a:pt x="0" y="98298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D1D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388620"/>
            <a:ext cx="18288000" cy="9509760"/>
          </a:xfrm>
          <a:custGeom>
            <a:avLst/>
            <a:gdLst/>
            <a:ahLst/>
            <a:cxnLst/>
            <a:rect r="r" b="b" t="t" l="l"/>
            <a:pathLst>
              <a:path h="9509760" w="18288000">
                <a:moveTo>
                  <a:pt x="0" y="0"/>
                </a:moveTo>
                <a:lnTo>
                  <a:pt x="18288000" y="0"/>
                </a:lnTo>
                <a:lnTo>
                  <a:pt x="18288000" y="9509760"/>
                </a:lnTo>
                <a:lnTo>
                  <a:pt x="0" y="950976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D1D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770439" y="4281702"/>
            <a:ext cx="10747122" cy="1723595"/>
          </a:xfrm>
          <a:custGeom>
            <a:avLst/>
            <a:gdLst/>
            <a:ahLst/>
            <a:cxnLst/>
            <a:rect r="r" b="b" t="t" l="l"/>
            <a:pathLst>
              <a:path h="1723595" w="10747122">
                <a:moveTo>
                  <a:pt x="0" y="0"/>
                </a:moveTo>
                <a:lnTo>
                  <a:pt x="10747122" y="0"/>
                </a:lnTo>
                <a:lnTo>
                  <a:pt x="10747122" y="1723596"/>
                </a:lnTo>
                <a:lnTo>
                  <a:pt x="0" y="172359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7159005" y="1763236"/>
            <a:ext cx="3969990" cy="15665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Survey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D1D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4271105"/>
            <a:ext cx="16230600" cy="1744790"/>
          </a:xfrm>
          <a:custGeom>
            <a:avLst/>
            <a:gdLst/>
            <a:ahLst/>
            <a:cxnLst/>
            <a:rect r="r" b="b" t="t" l="l"/>
            <a:pathLst>
              <a:path h="1744790" w="16230600">
                <a:moveTo>
                  <a:pt x="0" y="0"/>
                </a:moveTo>
                <a:lnTo>
                  <a:pt x="16230600" y="0"/>
                </a:lnTo>
                <a:lnTo>
                  <a:pt x="16230600" y="1744790"/>
                </a:lnTo>
                <a:lnTo>
                  <a:pt x="0" y="174479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D1D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745882" y="1745382"/>
            <a:ext cx="6796236" cy="6796236"/>
          </a:xfrm>
          <a:custGeom>
            <a:avLst/>
            <a:gdLst/>
            <a:ahLst/>
            <a:cxnLst/>
            <a:rect r="r" b="b" t="t" l="l"/>
            <a:pathLst>
              <a:path h="6796236" w="6796236">
                <a:moveTo>
                  <a:pt x="0" y="0"/>
                </a:moveTo>
                <a:lnTo>
                  <a:pt x="6796236" y="0"/>
                </a:lnTo>
                <a:lnTo>
                  <a:pt x="6796236" y="6796236"/>
                </a:lnTo>
                <a:lnTo>
                  <a:pt x="0" y="679623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87200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868337" y="3050006"/>
            <a:ext cx="6551326" cy="3794067"/>
          </a:xfrm>
          <a:custGeom>
            <a:avLst/>
            <a:gdLst/>
            <a:ahLst/>
            <a:cxnLst/>
            <a:rect r="r" b="b" t="t" l="l"/>
            <a:pathLst>
              <a:path h="3794067" w="6551326">
                <a:moveTo>
                  <a:pt x="0" y="0"/>
                </a:moveTo>
                <a:lnTo>
                  <a:pt x="6551326" y="0"/>
                </a:lnTo>
                <a:lnTo>
                  <a:pt x="6551326" y="3794066"/>
                </a:lnTo>
                <a:lnTo>
                  <a:pt x="0" y="379406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409" t="0" r="-1409" b="0"/>
            </a:stretch>
          </a:blip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D1D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745882" y="1745382"/>
            <a:ext cx="6796236" cy="6796236"/>
          </a:xfrm>
          <a:custGeom>
            <a:avLst/>
            <a:gdLst/>
            <a:ahLst/>
            <a:cxnLst/>
            <a:rect r="r" b="b" t="t" l="l"/>
            <a:pathLst>
              <a:path h="6796236" w="6796236">
                <a:moveTo>
                  <a:pt x="0" y="0"/>
                </a:moveTo>
                <a:lnTo>
                  <a:pt x="6796236" y="0"/>
                </a:lnTo>
                <a:lnTo>
                  <a:pt x="6796236" y="6796236"/>
                </a:lnTo>
                <a:lnTo>
                  <a:pt x="0" y="679623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87200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991985" y="3215855"/>
            <a:ext cx="6304030" cy="3282572"/>
          </a:xfrm>
          <a:custGeom>
            <a:avLst/>
            <a:gdLst/>
            <a:ahLst/>
            <a:cxnLst/>
            <a:rect r="r" b="b" t="t" l="l"/>
            <a:pathLst>
              <a:path h="3282572" w="6304030">
                <a:moveTo>
                  <a:pt x="0" y="0"/>
                </a:moveTo>
                <a:lnTo>
                  <a:pt x="6304030" y="0"/>
                </a:lnTo>
                <a:lnTo>
                  <a:pt x="6304030" y="3282572"/>
                </a:lnTo>
                <a:lnTo>
                  <a:pt x="0" y="328257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D1D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745882" y="1745382"/>
            <a:ext cx="6796236" cy="6796236"/>
          </a:xfrm>
          <a:custGeom>
            <a:avLst/>
            <a:gdLst/>
            <a:ahLst/>
            <a:cxnLst/>
            <a:rect r="r" b="b" t="t" l="l"/>
            <a:pathLst>
              <a:path h="6796236" w="6796236">
                <a:moveTo>
                  <a:pt x="0" y="0"/>
                </a:moveTo>
                <a:lnTo>
                  <a:pt x="6796236" y="0"/>
                </a:lnTo>
                <a:lnTo>
                  <a:pt x="6796236" y="6796236"/>
                </a:lnTo>
                <a:lnTo>
                  <a:pt x="0" y="679623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87200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557733" y="2481211"/>
            <a:ext cx="7172533" cy="4948008"/>
          </a:xfrm>
          <a:custGeom>
            <a:avLst/>
            <a:gdLst/>
            <a:ahLst/>
            <a:cxnLst/>
            <a:rect r="r" b="b" t="t" l="l"/>
            <a:pathLst>
              <a:path h="4948008" w="7172533">
                <a:moveTo>
                  <a:pt x="0" y="0"/>
                </a:moveTo>
                <a:lnTo>
                  <a:pt x="7172534" y="0"/>
                </a:lnTo>
                <a:lnTo>
                  <a:pt x="7172534" y="4948009"/>
                </a:lnTo>
                <a:lnTo>
                  <a:pt x="0" y="494800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D1D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745882" y="1745382"/>
            <a:ext cx="6796236" cy="6796236"/>
          </a:xfrm>
          <a:custGeom>
            <a:avLst/>
            <a:gdLst/>
            <a:ahLst/>
            <a:cxnLst/>
            <a:rect r="r" b="b" t="t" l="l"/>
            <a:pathLst>
              <a:path h="6796236" w="6796236">
                <a:moveTo>
                  <a:pt x="0" y="0"/>
                </a:moveTo>
                <a:lnTo>
                  <a:pt x="6796236" y="0"/>
                </a:lnTo>
                <a:lnTo>
                  <a:pt x="6796236" y="6796236"/>
                </a:lnTo>
                <a:lnTo>
                  <a:pt x="0" y="679623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87200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195655" y="2473372"/>
            <a:ext cx="7896690" cy="5729916"/>
          </a:xfrm>
          <a:custGeom>
            <a:avLst/>
            <a:gdLst/>
            <a:ahLst/>
            <a:cxnLst/>
            <a:rect r="r" b="b" t="t" l="l"/>
            <a:pathLst>
              <a:path h="5729916" w="7896690">
                <a:moveTo>
                  <a:pt x="0" y="0"/>
                </a:moveTo>
                <a:lnTo>
                  <a:pt x="7896690" y="0"/>
                </a:lnTo>
                <a:lnTo>
                  <a:pt x="7896690" y="5729915"/>
                </a:lnTo>
                <a:lnTo>
                  <a:pt x="0" y="572991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D1D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745882" y="1745382"/>
            <a:ext cx="6796236" cy="6796236"/>
          </a:xfrm>
          <a:custGeom>
            <a:avLst/>
            <a:gdLst/>
            <a:ahLst/>
            <a:cxnLst/>
            <a:rect r="r" b="b" t="t" l="l"/>
            <a:pathLst>
              <a:path h="6796236" w="6796236">
                <a:moveTo>
                  <a:pt x="0" y="0"/>
                </a:moveTo>
                <a:lnTo>
                  <a:pt x="6796236" y="0"/>
                </a:lnTo>
                <a:lnTo>
                  <a:pt x="6796236" y="6796236"/>
                </a:lnTo>
                <a:lnTo>
                  <a:pt x="0" y="679623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87200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727495" y="2438618"/>
            <a:ext cx="8833010" cy="5227700"/>
          </a:xfrm>
          <a:custGeom>
            <a:avLst/>
            <a:gdLst/>
            <a:ahLst/>
            <a:cxnLst/>
            <a:rect r="r" b="b" t="t" l="l"/>
            <a:pathLst>
              <a:path h="5227700" w="8833010">
                <a:moveTo>
                  <a:pt x="0" y="0"/>
                </a:moveTo>
                <a:lnTo>
                  <a:pt x="8833010" y="0"/>
                </a:lnTo>
                <a:lnTo>
                  <a:pt x="8833010" y="5227700"/>
                </a:lnTo>
                <a:lnTo>
                  <a:pt x="0" y="52277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D1D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745882" y="1745382"/>
            <a:ext cx="6796236" cy="6796236"/>
          </a:xfrm>
          <a:custGeom>
            <a:avLst/>
            <a:gdLst/>
            <a:ahLst/>
            <a:cxnLst/>
            <a:rect r="r" b="b" t="t" l="l"/>
            <a:pathLst>
              <a:path h="6796236" w="6796236">
                <a:moveTo>
                  <a:pt x="0" y="0"/>
                </a:moveTo>
                <a:lnTo>
                  <a:pt x="6796236" y="0"/>
                </a:lnTo>
                <a:lnTo>
                  <a:pt x="6796236" y="6796236"/>
                </a:lnTo>
                <a:lnTo>
                  <a:pt x="0" y="679623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87200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258680" y="2772683"/>
            <a:ext cx="9770639" cy="4741634"/>
          </a:xfrm>
          <a:custGeom>
            <a:avLst/>
            <a:gdLst/>
            <a:ahLst/>
            <a:cxnLst/>
            <a:rect r="r" b="b" t="t" l="l"/>
            <a:pathLst>
              <a:path h="4741634" w="9770639">
                <a:moveTo>
                  <a:pt x="0" y="0"/>
                </a:moveTo>
                <a:lnTo>
                  <a:pt x="9770640" y="0"/>
                </a:lnTo>
                <a:lnTo>
                  <a:pt x="9770640" y="4741634"/>
                </a:lnTo>
                <a:lnTo>
                  <a:pt x="0" y="474163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D1D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745882" y="1745382"/>
            <a:ext cx="6796236" cy="6796236"/>
          </a:xfrm>
          <a:custGeom>
            <a:avLst/>
            <a:gdLst/>
            <a:ahLst/>
            <a:cxnLst/>
            <a:rect r="r" b="b" t="t" l="l"/>
            <a:pathLst>
              <a:path h="6796236" w="6796236">
                <a:moveTo>
                  <a:pt x="0" y="0"/>
                </a:moveTo>
                <a:lnTo>
                  <a:pt x="6796236" y="0"/>
                </a:lnTo>
                <a:lnTo>
                  <a:pt x="6796236" y="6796236"/>
                </a:lnTo>
                <a:lnTo>
                  <a:pt x="0" y="679623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87200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369178" y="3687898"/>
            <a:ext cx="9549643" cy="2296750"/>
          </a:xfrm>
          <a:custGeom>
            <a:avLst/>
            <a:gdLst/>
            <a:ahLst/>
            <a:cxnLst/>
            <a:rect r="r" b="b" t="t" l="l"/>
            <a:pathLst>
              <a:path h="2296750" w="9549643">
                <a:moveTo>
                  <a:pt x="0" y="0"/>
                </a:moveTo>
                <a:lnTo>
                  <a:pt x="9549644" y="0"/>
                </a:lnTo>
                <a:lnTo>
                  <a:pt x="9549644" y="2296750"/>
                </a:lnTo>
                <a:lnTo>
                  <a:pt x="0" y="22967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D1D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745882" y="1745382"/>
            <a:ext cx="6796236" cy="6796236"/>
          </a:xfrm>
          <a:custGeom>
            <a:avLst/>
            <a:gdLst/>
            <a:ahLst/>
            <a:cxnLst/>
            <a:rect r="r" b="b" t="t" l="l"/>
            <a:pathLst>
              <a:path h="6796236" w="6796236">
                <a:moveTo>
                  <a:pt x="0" y="0"/>
                </a:moveTo>
                <a:lnTo>
                  <a:pt x="6796236" y="0"/>
                </a:lnTo>
                <a:lnTo>
                  <a:pt x="6796236" y="6796236"/>
                </a:lnTo>
                <a:lnTo>
                  <a:pt x="0" y="679623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87200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974502" y="2808092"/>
            <a:ext cx="8338995" cy="4670815"/>
          </a:xfrm>
          <a:custGeom>
            <a:avLst/>
            <a:gdLst/>
            <a:ahLst/>
            <a:cxnLst/>
            <a:rect r="r" b="b" t="t" l="l"/>
            <a:pathLst>
              <a:path h="4670815" w="8338995">
                <a:moveTo>
                  <a:pt x="0" y="0"/>
                </a:moveTo>
                <a:lnTo>
                  <a:pt x="8338996" y="0"/>
                </a:lnTo>
                <a:lnTo>
                  <a:pt x="8338996" y="4670816"/>
                </a:lnTo>
                <a:lnTo>
                  <a:pt x="0" y="467081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D1D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745882" y="1745382"/>
            <a:ext cx="6796236" cy="6796236"/>
          </a:xfrm>
          <a:custGeom>
            <a:avLst/>
            <a:gdLst/>
            <a:ahLst/>
            <a:cxnLst/>
            <a:rect r="r" b="b" t="t" l="l"/>
            <a:pathLst>
              <a:path h="6796236" w="6796236">
                <a:moveTo>
                  <a:pt x="0" y="0"/>
                </a:moveTo>
                <a:lnTo>
                  <a:pt x="6796236" y="0"/>
                </a:lnTo>
                <a:lnTo>
                  <a:pt x="6796236" y="6796236"/>
                </a:lnTo>
                <a:lnTo>
                  <a:pt x="0" y="679623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87200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290075" y="2217310"/>
            <a:ext cx="9707850" cy="4853925"/>
          </a:xfrm>
          <a:custGeom>
            <a:avLst/>
            <a:gdLst/>
            <a:ahLst/>
            <a:cxnLst/>
            <a:rect r="r" b="b" t="t" l="l"/>
            <a:pathLst>
              <a:path h="4853925" w="9707850">
                <a:moveTo>
                  <a:pt x="0" y="0"/>
                </a:moveTo>
                <a:lnTo>
                  <a:pt x="9707850" y="0"/>
                </a:lnTo>
                <a:lnTo>
                  <a:pt x="9707850" y="4853925"/>
                </a:lnTo>
                <a:lnTo>
                  <a:pt x="0" y="485392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D1D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006053" y="898753"/>
            <a:ext cx="12275895" cy="4557426"/>
          </a:xfrm>
          <a:custGeom>
            <a:avLst/>
            <a:gdLst/>
            <a:ahLst/>
            <a:cxnLst/>
            <a:rect r="r" b="b" t="t" l="l"/>
            <a:pathLst>
              <a:path h="4557426" w="12275895">
                <a:moveTo>
                  <a:pt x="0" y="0"/>
                </a:moveTo>
                <a:lnTo>
                  <a:pt x="12275894" y="0"/>
                </a:lnTo>
                <a:lnTo>
                  <a:pt x="12275894" y="4557426"/>
                </a:lnTo>
                <a:lnTo>
                  <a:pt x="0" y="455742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900230" y="6715621"/>
            <a:ext cx="5928612" cy="1702473"/>
          </a:xfrm>
          <a:custGeom>
            <a:avLst/>
            <a:gdLst/>
            <a:ahLst/>
            <a:cxnLst/>
            <a:rect r="r" b="b" t="t" l="l"/>
            <a:pathLst>
              <a:path h="1702473" w="5928612">
                <a:moveTo>
                  <a:pt x="0" y="0"/>
                </a:moveTo>
                <a:lnTo>
                  <a:pt x="5928611" y="0"/>
                </a:lnTo>
                <a:lnTo>
                  <a:pt x="5928611" y="1702472"/>
                </a:lnTo>
                <a:lnTo>
                  <a:pt x="0" y="170247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0261030" y="5558836"/>
            <a:ext cx="5587538" cy="4016043"/>
          </a:xfrm>
          <a:custGeom>
            <a:avLst/>
            <a:gdLst/>
            <a:ahLst/>
            <a:cxnLst/>
            <a:rect r="r" b="b" t="t" l="l"/>
            <a:pathLst>
              <a:path h="4016043" w="5587538">
                <a:moveTo>
                  <a:pt x="0" y="0"/>
                </a:moveTo>
                <a:lnTo>
                  <a:pt x="5587538" y="0"/>
                </a:lnTo>
                <a:lnTo>
                  <a:pt x="5587538" y="4016042"/>
                </a:lnTo>
                <a:lnTo>
                  <a:pt x="0" y="401604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D1D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261035" y="2089184"/>
            <a:ext cx="13765929" cy="6108631"/>
          </a:xfrm>
          <a:custGeom>
            <a:avLst/>
            <a:gdLst/>
            <a:ahLst/>
            <a:cxnLst/>
            <a:rect r="r" b="b" t="t" l="l"/>
            <a:pathLst>
              <a:path h="6108631" w="13765929">
                <a:moveTo>
                  <a:pt x="0" y="0"/>
                </a:moveTo>
                <a:lnTo>
                  <a:pt x="13765930" y="0"/>
                </a:lnTo>
                <a:lnTo>
                  <a:pt x="13765930" y="6108632"/>
                </a:lnTo>
                <a:lnTo>
                  <a:pt x="0" y="610863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D1D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873912" y="3023986"/>
            <a:ext cx="8540175" cy="5509791"/>
          </a:xfrm>
          <a:custGeom>
            <a:avLst/>
            <a:gdLst/>
            <a:ahLst/>
            <a:cxnLst/>
            <a:rect r="r" b="b" t="t" l="l"/>
            <a:pathLst>
              <a:path h="5509791" w="8540175">
                <a:moveTo>
                  <a:pt x="0" y="0"/>
                </a:moveTo>
                <a:lnTo>
                  <a:pt x="8540176" y="0"/>
                </a:lnTo>
                <a:lnTo>
                  <a:pt x="8540176" y="5509790"/>
                </a:lnTo>
                <a:lnTo>
                  <a:pt x="0" y="550979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7159005" y="1037086"/>
            <a:ext cx="3969990" cy="15665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Survey</a:t>
            </a:r>
          </a:p>
        </p:txBody>
      </p:sp>
    </p:spTree>
  </p:cSld>
  <p:clrMapOvr>
    <a:masterClrMapping/>
  </p:clrMapOvr>
</p:sld>
</file>

<file path=ppt/slides/slide2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D1D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081586" y="427640"/>
            <a:ext cx="12124827" cy="7002088"/>
          </a:xfrm>
          <a:custGeom>
            <a:avLst/>
            <a:gdLst/>
            <a:ahLst/>
            <a:cxnLst/>
            <a:rect r="r" b="b" t="t" l="l"/>
            <a:pathLst>
              <a:path h="7002088" w="12124827">
                <a:moveTo>
                  <a:pt x="0" y="0"/>
                </a:moveTo>
                <a:lnTo>
                  <a:pt x="12124828" y="0"/>
                </a:lnTo>
                <a:lnTo>
                  <a:pt x="12124828" y="7002088"/>
                </a:lnTo>
                <a:lnTo>
                  <a:pt x="0" y="700208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3081586" y="7898291"/>
            <a:ext cx="1947460" cy="554976"/>
          </a:xfrm>
          <a:custGeom>
            <a:avLst/>
            <a:gdLst/>
            <a:ahLst/>
            <a:cxnLst/>
            <a:rect r="r" b="b" t="t" l="l"/>
            <a:pathLst>
              <a:path h="554976" w="1947460">
                <a:moveTo>
                  <a:pt x="0" y="0"/>
                </a:moveTo>
                <a:lnTo>
                  <a:pt x="1947461" y="0"/>
                </a:lnTo>
                <a:lnTo>
                  <a:pt x="1947461" y="554976"/>
                </a:lnTo>
                <a:lnTo>
                  <a:pt x="0" y="55497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D1D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566506" y="2397396"/>
            <a:ext cx="13154988" cy="2746104"/>
          </a:xfrm>
          <a:custGeom>
            <a:avLst/>
            <a:gdLst/>
            <a:ahLst/>
            <a:cxnLst/>
            <a:rect r="r" b="b" t="t" l="l"/>
            <a:pathLst>
              <a:path h="2746104" w="13154988">
                <a:moveTo>
                  <a:pt x="0" y="0"/>
                </a:moveTo>
                <a:lnTo>
                  <a:pt x="13154988" y="0"/>
                </a:lnTo>
                <a:lnTo>
                  <a:pt x="13154988" y="2746104"/>
                </a:lnTo>
                <a:lnTo>
                  <a:pt x="0" y="27461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D1D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493371" y="1545068"/>
            <a:ext cx="11301259" cy="1949467"/>
          </a:xfrm>
          <a:custGeom>
            <a:avLst/>
            <a:gdLst/>
            <a:ahLst/>
            <a:cxnLst/>
            <a:rect r="r" b="b" t="t" l="l"/>
            <a:pathLst>
              <a:path h="1949467" w="11301259">
                <a:moveTo>
                  <a:pt x="0" y="0"/>
                </a:moveTo>
                <a:lnTo>
                  <a:pt x="11301258" y="0"/>
                </a:lnTo>
                <a:lnTo>
                  <a:pt x="11301258" y="1949467"/>
                </a:lnTo>
                <a:lnTo>
                  <a:pt x="0" y="194946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5978410" y="3829552"/>
            <a:ext cx="6331180" cy="6315352"/>
          </a:xfrm>
          <a:custGeom>
            <a:avLst/>
            <a:gdLst/>
            <a:ahLst/>
            <a:cxnLst/>
            <a:rect r="r" b="b" t="t" l="l"/>
            <a:pathLst>
              <a:path h="6315352" w="6331180">
                <a:moveTo>
                  <a:pt x="0" y="0"/>
                </a:moveTo>
                <a:lnTo>
                  <a:pt x="6331180" y="0"/>
                </a:lnTo>
                <a:lnTo>
                  <a:pt x="6331180" y="6315352"/>
                </a:lnTo>
                <a:lnTo>
                  <a:pt x="0" y="631535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D1D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458555" y="379602"/>
            <a:ext cx="11370891" cy="6879389"/>
          </a:xfrm>
          <a:custGeom>
            <a:avLst/>
            <a:gdLst/>
            <a:ahLst/>
            <a:cxnLst/>
            <a:rect r="r" b="b" t="t" l="l"/>
            <a:pathLst>
              <a:path h="6879389" w="11370891">
                <a:moveTo>
                  <a:pt x="0" y="0"/>
                </a:moveTo>
                <a:lnTo>
                  <a:pt x="11370890" y="0"/>
                </a:lnTo>
                <a:lnTo>
                  <a:pt x="11370890" y="6879389"/>
                </a:lnTo>
                <a:lnTo>
                  <a:pt x="0" y="687938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3458555" y="7531529"/>
            <a:ext cx="11301259" cy="791088"/>
          </a:xfrm>
          <a:custGeom>
            <a:avLst/>
            <a:gdLst/>
            <a:ahLst/>
            <a:cxnLst/>
            <a:rect r="r" b="b" t="t" l="l"/>
            <a:pathLst>
              <a:path h="791088" w="11301259">
                <a:moveTo>
                  <a:pt x="0" y="0"/>
                </a:moveTo>
                <a:lnTo>
                  <a:pt x="11301259" y="0"/>
                </a:lnTo>
                <a:lnTo>
                  <a:pt x="11301259" y="791088"/>
                </a:lnTo>
                <a:lnTo>
                  <a:pt x="0" y="79108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D1D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493371" y="2318185"/>
            <a:ext cx="11301259" cy="5650629"/>
          </a:xfrm>
          <a:custGeom>
            <a:avLst/>
            <a:gdLst/>
            <a:ahLst/>
            <a:cxnLst/>
            <a:rect r="r" b="b" t="t" l="l"/>
            <a:pathLst>
              <a:path h="5650629" w="11301259">
                <a:moveTo>
                  <a:pt x="0" y="0"/>
                </a:moveTo>
                <a:lnTo>
                  <a:pt x="11301258" y="0"/>
                </a:lnTo>
                <a:lnTo>
                  <a:pt x="11301258" y="5650630"/>
                </a:lnTo>
                <a:lnTo>
                  <a:pt x="0" y="565063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D1D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170167" y="1028700"/>
            <a:ext cx="13947667" cy="5282679"/>
          </a:xfrm>
          <a:custGeom>
            <a:avLst/>
            <a:gdLst/>
            <a:ahLst/>
            <a:cxnLst/>
            <a:rect r="r" b="b" t="t" l="l"/>
            <a:pathLst>
              <a:path h="5282679" w="13947667">
                <a:moveTo>
                  <a:pt x="0" y="0"/>
                </a:moveTo>
                <a:lnTo>
                  <a:pt x="13947666" y="0"/>
                </a:lnTo>
                <a:lnTo>
                  <a:pt x="13947666" y="5282679"/>
                </a:lnTo>
                <a:lnTo>
                  <a:pt x="0" y="528267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D1D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493371" y="1365005"/>
            <a:ext cx="11301259" cy="2020100"/>
          </a:xfrm>
          <a:custGeom>
            <a:avLst/>
            <a:gdLst/>
            <a:ahLst/>
            <a:cxnLst/>
            <a:rect r="r" b="b" t="t" l="l"/>
            <a:pathLst>
              <a:path h="2020100" w="11301259">
                <a:moveTo>
                  <a:pt x="0" y="0"/>
                </a:moveTo>
                <a:lnTo>
                  <a:pt x="11301258" y="0"/>
                </a:lnTo>
                <a:lnTo>
                  <a:pt x="11301258" y="2020100"/>
                </a:lnTo>
                <a:lnTo>
                  <a:pt x="0" y="20201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4349093" y="3385105"/>
            <a:ext cx="9589815" cy="6425176"/>
          </a:xfrm>
          <a:custGeom>
            <a:avLst/>
            <a:gdLst/>
            <a:ahLst/>
            <a:cxnLst/>
            <a:rect r="r" b="b" t="t" l="l"/>
            <a:pathLst>
              <a:path h="6425176" w="9589815">
                <a:moveTo>
                  <a:pt x="0" y="0"/>
                </a:moveTo>
                <a:lnTo>
                  <a:pt x="9589814" y="0"/>
                </a:lnTo>
                <a:lnTo>
                  <a:pt x="9589814" y="6425176"/>
                </a:lnTo>
                <a:lnTo>
                  <a:pt x="0" y="642517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D1D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171598" y="1759184"/>
            <a:ext cx="13944804" cy="5333888"/>
          </a:xfrm>
          <a:custGeom>
            <a:avLst/>
            <a:gdLst/>
            <a:ahLst/>
            <a:cxnLst/>
            <a:rect r="r" b="b" t="t" l="l"/>
            <a:pathLst>
              <a:path h="5333888" w="13944804">
                <a:moveTo>
                  <a:pt x="0" y="0"/>
                </a:moveTo>
                <a:lnTo>
                  <a:pt x="13944804" y="0"/>
                </a:lnTo>
                <a:lnTo>
                  <a:pt x="13944804" y="5333888"/>
                </a:lnTo>
                <a:lnTo>
                  <a:pt x="0" y="533388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D1D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31313" y="2423794"/>
            <a:ext cx="6580305" cy="6272113"/>
          </a:xfrm>
          <a:custGeom>
            <a:avLst/>
            <a:gdLst/>
            <a:ahLst/>
            <a:cxnLst/>
            <a:rect r="r" b="b" t="t" l="l"/>
            <a:pathLst>
              <a:path h="6272113" w="6580305">
                <a:moveTo>
                  <a:pt x="0" y="0"/>
                </a:moveTo>
                <a:lnTo>
                  <a:pt x="6580305" y="0"/>
                </a:lnTo>
                <a:lnTo>
                  <a:pt x="6580305" y="6272114"/>
                </a:lnTo>
                <a:lnTo>
                  <a:pt x="0" y="627211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7159005" y="2606082"/>
            <a:ext cx="11094336" cy="6089826"/>
          </a:xfrm>
          <a:custGeom>
            <a:avLst/>
            <a:gdLst/>
            <a:ahLst/>
            <a:cxnLst/>
            <a:rect r="r" b="b" t="t" l="l"/>
            <a:pathLst>
              <a:path h="6089826" w="11094336">
                <a:moveTo>
                  <a:pt x="0" y="0"/>
                </a:moveTo>
                <a:lnTo>
                  <a:pt x="11094336" y="0"/>
                </a:lnTo>
                <a:lnTo>
                  <a:pt x="11094336" y="6089826"/>
                </a:lnTo>
                <a:lnTo>
                  <a:pt x="0" y="608982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7159005" y="857250"/>
            <a:ext cx="3969990" cy="15665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Survey</a:t>
            </a:r>
          </a:p>
        </p:txBody>
      </p:sp>
    </p:spTree>
  </p:cSld>
  <p:clrMapOvr>
    <a:masterClrMapping/>
  </p:clrMapOvr>
</p:sld>
</file>

<file path=ppt/slides/slide3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D1D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693935" y="3241466"/>
            <a:ext cx="10900130" cy="2745099"/>
          </a:xfrm>
          <a:custGeom>
            <a:avLst/>
            <a:gdLst/>
            <a:ahLst/>
            <a:cxnLst/>
            <a:rect r="r" b="b" t="t" l="l"/>
            <a:pathLst>
              <a:path h="2745099" w="10900130">
                <a:moveTo>
                  <a:pt x="0" y="0"/>
                </a:moveTo>
                <a:lnTo>
                  <a:pt x="10900130" y="0"/>
                </a:lnTo>
                <a:lnTo>
                  <a:pt x="10900130" y="2745100"/>
                </a:lnTo>
                <a:lnTo>
                  <a:pt x="0" y="27451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DAHK-oPslGw</dc:identifier>
  <dcterms:modified xsi:type="dcterms:W3CDTF">2011-08-01T06:04:30Z</dcterms:modified>
  <cp:revision>1</cp:revision>
  <dc:title>Lesson 1</dc:title>
</cp:coreProperties>
</file>