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715000" type="screen16x1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22664-EE21-1DBF-671D-BEE15CD2EB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737592-EFC2-98FA-2662-403FB2F1DE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7E8BE-36AA-79DD-B5B7-7CC2D3F8B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98EBA-F840-43C6-9D5C-C38ECE25D04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1893D-15B9-522B-A9B9-C3B1FEE4D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B1E41-7B3C-5D97-DC59-80038D6F2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EFADB-C60E-4967-B9A8-0AA6DD637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589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81C18-F7C3-8E8B-4162-B98F86650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D9C5E-D4D1-65FA-80AE-16D39AC96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3FF49-EFDF-2611-5C01-9070CCD4B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98EBA-F840-43C6-9D5C-C38ECE25D04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D8532-FE83-29C3-5D4E-721198AAC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874B0-C121-9764-4D05-58180FC60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EFADB-C60E-4967-B9A8-0AA6DD637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077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A6BA1-49B1-C0C0-7965-16DA40774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FC2B3B-D0DE-371E-BE19-7706A569F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06CB0-4197-C0CA-05CD-BECEFE382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98EBA-F840-43C6-9D5C-C38ECE25D04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C9210-0E1E-5781-E21F-767226E5C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EABB1-EEC5-15C9-94AF-D106B9D51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EFADB-C60E-4967-B9A8-0AA6DD637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580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F1530-F89F-7C12-18D2-AC71D7F37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14558-CCC2-17DB-D6B9-92105826D5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1921EB-FB27-0B1C-3F92-150B6F2DD5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C2F512-A716-A1DA-57FB-49AB3EE73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98EBA-F840-43C6-9D5C-C38ECE25D04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8198A8-51BD-44DF-0AED-E11131053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BE8FE4-2F6C-B7E9-F87C-05E6AC827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EFADB-C60E-4967-B9A8-0AA6DD637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569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65E26-B974-1078-A5F4-7B566B93B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54750-2C5F-2633-38F0-917875B3A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67D2E6-3A83-13E9-FA2A-91B420195F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DBEEB1-0A1C-F0A4-BC8A-BC2107478D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99D157-0DF5-FF18-9765-62D42CEEE7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080C87-54CC-AA28-FC8F-973F6BBBB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98EBA-F840-43C6-9D5C-C38ECE25D04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F02044-0699-4156-212A-D7CCF6DC4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631636-B625-3EC9-C6D3-92B7AE150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EFADB-C60E-4967-B9A8-0AA6DD637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675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C79C6-7BC1-5C80-BB6E-617F91B07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2E02D5-A674-DBB7-D55D-BABB382AE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98EBA-F840-43C6-9D5C-C38ECE25D04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F62DA1-54C8-E638-46D2-FA699A340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18835A-C6DA-9504-DCB1-F61B04C63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EFADB-C60E-4967-B9A8-0AA6DD637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494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59433B-6615-6130-544B-C354FA0C8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98EBA-F840-43C6-9D5C-C38ECE25D04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87ED9F-5A5C-F1B3-8A77-F6CD425B1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C4C43-305D-1D49-DC7F-6EEB4B243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EFADB-C60E-4967-B9A8-0AA6DD637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739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18B92-C9B4-72A4-1713-E6309295E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D8557-DB64-3BB5-AC37-16A1AED55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3F1F53-5512-640F-ABED-42DB36C3F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7CBDC4-C03A-56EB-D36C-7C3BF8D8D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98EBA-F840-43C6-9D5C-C38ECE25D04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19CB8A-A43C-D5EE-5A57-ECE54E7C2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D4DABC-D3E2-1DE6-C242-06727E1C2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EFADB-C60E-4967-B9A8-0AA6DD637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665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C5C9A-4B7D-5CA0-72DD-FE61BF677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1C2AA6-04FF-E17F-D60D-07C1584E30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973F9D-4621-502D-9C89-2D3D32E15F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B5F72F-CA29-70C8-203D-B0DF01FC5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98EBA-F840-43C6-9D5C-C38ECE25D04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73DBD-D7ED-C122-FE46-8ADDF451B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11FE80-F124-3B1D-CA51-AB04943BD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EFADB-C60E-4967-B9A8-0AA6DD637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2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73E34-30C9-9A1F-0B0C-A4949884C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054F43-BF60-E71C-EA55-EF1BF76647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142EB-7B7C-8AD3-69C2-9E2DD792A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98EBA-F840-43C6-9D5C-C38ECE25D04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23418-0C6A-A619-0E65-954769F0F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1B7A-7D16-5EBE-0DF8-AF2B78A37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EFADB-C60E-4967-B9A8-0AA6DD637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94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0E28E5-D3B8-1293-3B00-28583E3463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FA3146-B7A7-2215-C46E-AE31D06656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66B8E-C773-BC4D-DCB3-B3252BC7F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98EBA-F840-43C6-9D5C-C38ECE25D04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D483F-F89B-03CB-E75C-FCD60F0A2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563D8-4103-7DB0-ECD5-630BD6323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EFADB-C60E-4967-B9A8-0AA6DD637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564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39B47C-680B-3E64-4E25-3B1D97560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1CC7C5-D57B-C306-ACA6-63458BC12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8C5BC-9F17-F750-6E3E-A4FBAEB6EC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398EBA-F840-43C6-9D5C-C38ECE25D04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AA434-A973-2D51-2105-3C047278F4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71D1E-5CDC-2708-8982-00294797D7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6EFADB-C60E-4967-B9A8-0AA6DD637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035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FD4ABF-D835-EEC5-D869-36DAAFAF07F2}"/>
              </a:ext>
            </a:extLst>
          </p:cNvPr>
          <p:cNvSpPr txBox="1"/>
          <p:nvPr/>
        </p:nvSpPr>
        <p:spPr>
          <a:xfrm>
            <a:off x="508000" y="508000"/>
            <a:ext cx="1524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 b="1">
                <a:solidFill>
                  <a:srgbClr val="5ACB9C"/>
                </a:solidFill>
              </a:rPr>
              <a:t>Mortar Masters Online - Lesson 4 Migration Pack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381EA3-5291-056B-A379-61245EBA51BE}"/>
              </a:ext>
            </a:extLst>
          </p:cNvPr>
          <p:cNvSpPr txBox="1"/>
          <p:nvPr/>
        </p:nvSpPr>
        <p:spPr>
          <a:xfrm>
            <a:off x="508000" y="1905000"/>
            <a:ext cx="15240000" cy="224676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>
                <a:solidFill>
                  <a:srgbClr val="FFFFFF"/>
                </a:solidFill>
              </a:rPr>
              <a:t>This deck is assembled from your ordered Lesson 4 captures.</a:t>
            </a:r>
          </a:p>
          <a:p>
            <a:r>
              <a:rPr lang="en-US" sz="2000">
                <a:solidFill>
                  <a:srgbClr val="FFFFFF"/>
                </a:solidFill>
              </a:rPr>
              <a:t>Source folder: Mortar Masters Online Course/Lesson 4</a:t>
            </a:r>
          </a:p>
          <a:p>
            <a:r>
              <a:rPr lang="en-US" sz="2000">
                <a:solidFill>
                  <a:srgbClr val="FFFFFF"/>
                </a:solidFill>
              </a:rPr>
              <a:t>Video links:</a:t>
            </a:r>
          </a:p>
          <a:p>
            <a:r>
              <a:rPr lang="en-US" sz="2000">
                <a:solidFill>
                  <a:srgbClr val="FFFFFF"/>
                </a:solidFill>
              </a:rPr>
              <a:t> - L4-01: https://youtu.be/g1TkE84pGII?si=MqXgf6ZzC84WLz-S</a:t>
            </a:r>
          </a:p>
          <a:p>
            <a:r>
              <a:rPr lang="en-US" sz="2000">
                <a:solidFill>
                  <a:srgbClr val="FFFFFF"/>
                </a:solidFill>
              </a:rPr>
              <a:t> - L4-12: https://youtu.be/Wi3cV1asrOs?si=7zBJmWYrdgMoSQMr</a:t>
            </a:r>
          </a:p>
          <a:p>
            <a:endParaRPr lang="en-US" sz="2000">
              <a:solidFill>
                <a:srgbClr val="FFFFFF"/>
              </a:solidFill>
            </a:endParaRPr>
          </a:p>
          <a:p>
            <a:r>
              <a:rPr lang="en-US" sz="2000">
                <a:solidFill>
                  <a:srgbClr val="FFFFFF"/>
                </a:solidFill>
              </a:rPr>
              <a:t>Use this as migration source for Mortar media slides.</a:t>
            </a:r>
          </a:p>
        </p:txBody>
      </p:sp>
    </p:spTree>
    <p:extLst>
      <p:ext uri="{BB962C8B-B14F-4D97-AF65-F5344CB8AC3E}">
        <p14:creationId xmlns:p14="http://schemas.microsoft.com/office/powerpoint/2010/main" val="2151479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5A5B70-8C37-FD2C-A229-8D10539C4CC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30467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47CD77-B5D7-06B3-63E3-C3FDCDA5172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6774"/>
            <a:ext cx="16256000" cy="30394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EAD411-08C9-DD63-B764-908352B4E40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86187"/>
            <a:ext cx="16256000" cy="30578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06934D-585F-A5A5-4576-85A11D6034B4}"/>
              </a:ext>
            </a:extLst>
          </p:cNvPr>
          <p:cNvSpPr txBox="1"/>
          <p:nvPr/>
        </p:nvSpPr>
        <p:spPr>
          <a:xfrm>
            <a:off x="254000" y="8636000"/>
            <a:ext cx="762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CCCCCC"/>
                </a:solidFill>
              </a:rPr>
              <a:t>L4-01</a:t>
            </a:r>
          </a:p>
        </p:txBody>
      </p:sp>
    </p:spTree>
    <p:extLst>
      <p:ext uri="{BB962C8B-B14F-4D97-AF65-F5344CB8AC3E}">
        <p14:creationId xmlns:p14="http://schemas.microsoft.com/office/powerpoint/2010/main" val="3138293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729D97-C355-6C83-B639-54391575125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30061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27BCCB-E26A-A016-8122-420BEA1BD6D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06145"/>
            <a:ext cx="16256000" cy="30652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C8F4DB-179A-CE76-06BB-A291C0E10536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1380"/>
            <a:ext cx="16256000" cy="30726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2B01E58-06E8-ACCC-DFF0-DAB59F1F7C4A}"/>
              </a:ext>
            </a:extLst>
          </p:cNvPr>
          <p:cNvSpPr txBox="1"/>
          <p:nvPr/>
        </p:nvSpPr>
        <p:spPr>
          <a:xfrm>
            <a:off x="254000" y="8636000"/>
            <a:ext cx="762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CCCCCC"/>
                </a:solidFill>
              </a:rPr>
              <a:t>L4-02</a:t>
            </a:r>
          </a:p>
        </p:txBody>
      </p:sp>
    </p:spTree>
    <p:extLst>
      <p:ext uri="{BB962C8B-B14F-4D97-AF65-F5344CB8AC3E}">
        <p14:creationId xmlns:p14="http://schemas.microsoft.com/office/powerpoint/2010/main" val="2591927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1FFAD4-7CA1-77A1-21D9-E997FAC5AD6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30044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0812AE-932F-065D-F8EF-A7068314379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04457"/>
            <a:ext cx="16256000" cy="29790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24C636-1267-2C8B-A84E-F53D72BB487C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83514"/>
            <a:ext cx="16256000" cy="31604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5C017E-5511-741B-1DB7-10ECF769F5E9}"/>
              </a:ext>
            </a:extLst>
          </p:cNvPr>
          <p:cNvSpPr txBox="1"/>
          <p:nvPr/>
        </p:nvSpPr>
        <p:spPr>
          <a:xfrm>
            <a:off x="254000" y="8636000"/>
            <a:ext cx="762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CCCCCC"/>
                </a:solidFill>
              </a:rPr>
              <a:t>L4-03</a:t>
            </a:r>
          </a:p>
        </p:txBody>
      </p:sp>
    </p:spTree>
    <p:extLst>
      <p:ext uri="{BB962C8B-B14F-4D97-AF65-F5344CB8AC3E}">
        <p14:creationId xmlns:p14="http://schemas.microsoft.com/office/powerpoint/2010/main" val="3520055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ECD93C-56B1-91AF-7971-BC764F80BC8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30578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EF5C0C-8A07-1F44-9AAA-27506F4E156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57860"/>
            <a:ext cx="16256000" cy="30504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CF4D11-C76D-12E8-FFA4-85761810D0CC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8325"/>
            <a:ext cx="16256000" cy="30356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660F31-5AAE-586C-EB91-722C1AA99B97}"/>
              </a:ext>
            </a:extLst>
          </p:cNvPr>
          <p:cNvSpPr txBox="1"/>
          <p:nvPr/>
        </p:nvSpPr>
        <p:spPr>
          <a:xfrm>
            <a:off x="254000" y="8636000"/>
            <a:ext cx="762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CCCCCC"/>
                </a:solidFill>
              </a:rPr>
              <a:t>L4-04</a:t>
            </a:r>
          </a:p>
        </p:txBody>
      </p:sp>
    </p:spTree>
    <p:extLst>
      <p:ext uri="{BB962C8B-B14F-4D97-AF65-F5344CB8AC3E}">
        <p14:creationId xmlns:p14="http://schemas.microsoft.com/office/powerpoint/2010/main" val="2288013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2BD3AE-7951-9472-2121-6BF75BFCB62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37470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18578D-1130-9DEF-4D9D-A367BD48002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47035"/>
            <a:ext cx="16256000" cy="37573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3FEF64-4792-2269-1C31-1567627EF8A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04350"/>
            <a:ext cx="16256000" cy="16396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83E2E0-62D9-D9A0-AC2A-BC2FB1ABEB31}"/>
              </a:ext>
            </a:extLst>
          </p:cNvPr>
          <p:cNvSpPr txBox="1"/>
          <p:nvPr/>
        </p:nvSpPr>
        <p:spPr>
          <a:xfrm>
            <a:off x="254000" y="8636000"/>
            <a:ext cx="762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CCCCCC"/>
                </a:solidFill>
              </a:rPr>
              <a:t>L4-05</a:t>
            </a:r>
          </a:p>
        </p:txBody>
      </p:sp>
    </p:spTree>
    <p:extLst>
      <p:ext uri="{BB962C8B-B14F-4D97-AF65-F5344CB8AC3E}">
        <p14:creationId xmlns:p14="http://schemas.microsoft.com/office/powerpoint/2010/main" val="1913567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5CD416-D193-9AD6-82E6-24C278A7AF2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78397F-A09B-EEEF-33F3-77F711248FBB}"/>
              </a:ext>
            </a:extLst>
          </p:cNvPr>
          <p:cNvSpPr txBox="1"/>
          <p:nvPr/>
        </p:nvSpPr>
        <p:spPr>
          <a:xfrm>
            <a:off x="254000" y="8636000"/>
            <a:ext cx="762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CCCCCC"/>
                </a:solidFill>
              </a:rPr>
              <a:t>L4-06</a:t>
            </a:r>
          </a:p>
        </p:txBody>
      </p:sp>
    </p:spTree>
    <p:extLst>
      <p:ext uri="{BB962C8B-B14F-4D97-AF65-F5344CB8AC3E}">
        <p14:creationId xmlns:p14="http://schemas.microsoft.com/office/powerpoint/2010/main" val="190268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A3997A-5288-2591-1237-D569E502CA2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32932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02EB0D-86C9-1E8D-608A-15EF1754450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93288"/>
            <a:ext cx="16256000" cy="2911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9B3D0B-AB7B-2AEA-7D2A-FC83556A19B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04570"/>
            <a:ext cx="16256000" cy="29394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5D9787-C694-A03E-9458-09CD4588A100}"/>
              </a:ext>
            </a:extLst>
          </p:cNvPr>
          <p:cNvSpPr txBox="1"/>
          <p:nvPr/>
        </p:nvSpPr>
        <p:spPr>
          <a:xfrm>
            <a:off x="254000" y="8636000"/>
            <a:ext cx="762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CCCCCC"/>
                </a:solidFill>
              </a:rPr>
              <a:t>L4-07</a:t>
            </a:r>
          </a:p>
        </p:txBody>
      </p:sp>
    </p:spTree>
    <p:extLst>
      <p:ext uri="{BB962C8B-B14F-4D97-AF65-F5344CB8AC3E}">
        <p14:creationId xmlns:p14="http://schemas.microsoft.com/office/powerpoint/2010/main" val="2121715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26E7F6-566F-01F1-CC24-3FB93A65009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32990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6EA3F9-D3E3-28B0-D045-D239C0BB07C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99012"/>
            <a:ext cx="16256000" cy="29085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4C0BC4-6BF7-3D32-5886-E8B5206EE3E0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07561"/>
            <a:ext cx="16256000" cy="29364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D08F0A-3568-E745-F420-F2C02FA7832F}"/>
              </a:ext>
            </a:extLst>
          </p:cNvPr>
          <p:cNvSpPr txBox="1"/>
          <p:nvPr/>
        </p:nvSpPr>
        <p:spPr>
          <a:xfrm>
            <a:off x="254000" y="8636000"/>
            <a:ext cx="762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CCCCCC"/>
                </a:solidFill>
              </a:rPr>
              <a:t>L4-08</a:t>
            </a:r>
          </a:p>
        </p:txBody>
      </p:sp>
    </p:spTree>
    <p:extLst>
      <p:ext uri="{BB962C8B-B14F-4D97-AF65-F5344CB8AC3E}">
        <p14:creationId xmlns:p14="http://schemas.microsoft.com/office/powerpoint/2010/main" val="4089652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8BC7F7-0724-CD12-62B5-6916E9E9CC1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30306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0C8C23-C80C-70F7-E570-FFBC3FE0E49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30647"/>
            <a:ext cx="16256000" cy="3045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6DC4E5-D211-EDC0-CA96-4602DFF58BFB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6167"/>
            <a:ext cx="16256000" cy="30678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B0B817-8164-8958-29E8-0A2B8D4EF33C}"/>
              </a:ext>
            </a:extLst>
          </p:cNvPr>
          <p:cNvSpPr txBox="1"/>
          <p:nvPr/>
        </p:nvSpPr>
        <p:spPr>
          <a:xfrm>
            <a:off x="254000" y="8636000"/>
            <a:ext cx="762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CCCCCC"/>
                </a:solidFill>
              </a:rPr>
              <a:t>L4-09</a:t>
            </a:r>
          </a:p>
        </p:txBody>
      </p:sp>
    </p:spTree>
    <p:extLst>
      <p:ext uri="{BB962C8B-B14F-4D97-AF65-F5344CB8AC3E}">
        <p14:creationId xmlns:p14="http://schemas.microsoft.com/office/powerpoint/2010/main" val="3438134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C596CE-C768-B821-E28A-50EE0459E2D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29866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A7FDC5-270D-9130-B64F-091A760925A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86639"/>
            <a:ext cx="16256000" cy="30768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4D16EE-BDA2-5908-019D-F20F52612AA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63441"/>
            <a:ext cx="16256000" cy="30805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7D96BE-E8EF-3D2B-3711-7B66E2561088}"/>
              </a:ext>
            </a:extLst>
          </p:cNvPr>
          <p:cNvSpPr txBox="1"/>
          <p:nvPr/>
        </p:nvSpPr>
        <p:spPr>
          <a:xfrm>
            <a:off x="254000" y="8636000"/>
            <a:ext cx="762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CCCCCC"/>
                </a:solidFill>
              </a:rPr>
              <a:t>L4-10</a:t>
            </a:r>
          </a:p>
        </p:txBody>
      </p:sp>
    </p:spTree>
    <p:extLst>
      <p:ext uri="{BB962C8B-B14F-4D97-AF65-F5344CB8AC3E}">
        <p14:creationId xmlns:p14="http://schemas.microsoft.com/office/powerpoint/2010/main" val="107328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A73ED4-BBBF-7511-485A-18F7ABAFC87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1E24BE-8E63-A3B8-5CD6-1DCECCB88B4B}"/>
              </a:ext>
            </a:extLst>
          </p:cNvPr>
          <p:cNvSpPr txBox="1"/>
          <p:nvPr/>
        </p:nvSpPr>
        <p:spPr>
          <a:xfrm>
            <a:off x="254000" y="8636000"/>
            <a:ext cx="762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CCCCCC"/>
                </a:solidFill>
              </a:rPr>
              <a:t>L4-11</a:t>
            </a:r>
          </a:p>
        </p:txBody>
      </p:sp>
    </p:spTree>
    <p:extLst>
      <p:ext uri="{BB962C8B-B14F-4D97-AF65-F5344CB8AC3E}">
        <p14:creationId xmlns:p14="http://schemas.microsoft.com/office/powerpoint/2010/main" val="549332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0F2EAA-2D11-B83D-69A1-FBA8303BF03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45533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CAC4F2-468D-5604-8A37-DC03C1D66AA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53364"/>
            <a:ext cx="16256000" cy="45906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0DE0AE-D6D4-E8C7-4A33-98B2D23F531C}"/>
              </a:ext>
            </a:extLst>
          </p:cNvPr>
          <p:cNvSpPr txBox="1"/>
          <p:nvPr/>
        </p:nvSpPr>
        <p:spPr>
          <a:xfrm>
            <a:off x="254000" y="8636000"/>
            <a:ext cx="762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CCCCCC"/>
                </a:solidFill>
              </a:rPr>
              <a:t>L4-12</a:t>
            </a:r>
          </a:p>
        </p:txBody>
      </p:sp>
    </p:spTree>
    <p:extLst>
      <p:ext uri="{BB962C8B-B14F-4D97-AF65-F5344CB8AC3E}">
        <p14:creationId xmlns:p14="http://schemas.microsoft.com/office/powerpoint/2010/main" val="534731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D3FCE1-ABC5-08DB-533B-A2DDE62F7B7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2962AE-44AD-ED0A-1DA2-696EA69D503A}"/>
              </a:ext>
            </a:extLst>
          </p:cNvPr>
          <p:cNvSpPr txBox="1"/>
          <p:nvPr/>
        </p:nvSpPr>
        <p:spPr>
          <a:xfrm>
            <a:off x="254000" y="8636000"/>
            <a:ext cx="762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CCCCCC"/>
                </a:solidFill>
              </a:rPr>
              <a:t>L4-13</a:t>
            </a:r>
          </a:p>
        </p:txBody>
      </p:sp>
    </p:spTree>
    <p:extLst>
      <p:ext uri="{BB962C8B-B14F-4D97-AF65-F5344CB8AC3E}">
        <p14:creationId xmlns:p14="http://schemas.microsoft.com/office/powerpoint/2010/main" val="2094290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8E7E46-985E-D304-575A-76AD9C882C8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30542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7AD6C1-EA26-3299-4845-97AA6C6AF81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54231"/>
            <a:ext cx="16256000" cy="30392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ACA95A-AC22-FB16-5498-E3F7CC59C4BC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93508"/>
            <a:ext cx="16256000" cy="30504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C1CB6C-2D38-3667-6380-1F16E8E35B81}"/>
              </a:ext>
            </a:extLst>
          </p:cNvPr>
          <p:cNvSpPr txBox="1"/>
          <p:nvPr/>
        </p:nvSpPr>
        <p:spPr>
          <a:xfrm>
            <a:off x="254000" y="8636000"/>
            <a:ext cx="762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CCCCCC"/>
                </a:solidFill>
              </a:rPr>
              <a:t>L4-14</a:t>
            </a:r>
          </a:p>
        </p:txBody>
      </p:sp>
    </p:spTree>
    <p:extLst>
      <p:ext uri="{BB962C8B-B14F-4D97-AF65-F5344CB8AC3E}">
        <p14:creationId xmlns:p14="http://schemas.microsoft.com/office/powerpoint/2010/main" val="62945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D6918A-26E2-22B5-015A-68F7CDBE836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57E029-57B6-482C-240C-371DACA35193}"/>
              </a:ext>
            </a:extLst>
          </p:cNvPr>
          <p:cNvSpPr txBox="1"/>
          <p:nvPr/>
        </p:nvSpPr>
        <p:spPr>
          <a:xfrm>
            <a:off x="254000" y="8636000"/>
            <a:ext cx="762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CCCCCC"/>
                </a:solidFill>
              </a:rPr>
              <a:t>L4-15</a:t>
            </a:r>
          </a:p>
        </p:txBody>
      </p:sp>
    </p:spTree>
    <p:extLst>
      <p:ext uri="{BB962C8B-B14F-4D97-AF65-F5344CB8AC3E}">
        <p14:creationId xmlns:p14="http://schemas.microsoft.com/office/powerpoint/2010/main" val="11374093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814A9F-6499-C706-4AE2-ED9E1A2BFC6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6A1F936-A3AF-E62C-D591-8465BED85810}"/>
              </a:ext>
            </a:extLst>
          </p:cNvPr>
          <p:cNvSpPr txBox="1"/>
          <p:nvPr/>
        </p:nvSpPr>
        <p:spPr>
          <a:xfrm>
            <a:off x="254000" y="8636000"/>
            <a:ext cx="762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CCCCCC"/>
                </a:solidFill>
              </a:rPr>
              <a:t>L4-16</a:t>
            </a:r>
          </a:p>
        </p:txBody>
      </p:sp>
    </p:spTree>
    <p:extLst>
      <p:ext uri="{BB962C8B-B14F-4D97-AF65-F5344CB8AC3E}">
        <p14:creationId xmlns:p14="http://schemas.microsoft.com/office/powerpoint/2010/main" val="20708916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E8C56B-EED4-9408-6066-8545D89C25D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D460C8-4BDB-1172-A3A6-DFDFE1034586}"/>
              </a:ext>
            </a:extLst>
          </p:cNvPr>
          <p:cNvSpPr txBox="1"/>
          <p:nvPr/>
        </p:nvSpPr>
        <p:spPr>
          <a:xfrm>
            <a:off x="254000" y="8636000"/>
            <a:ext cx="762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CCCCCC"/>
                </a:solidFill>
              </a:rPr>
              <a:t>L4-18</a:t>
            </a:r>
          </a:p>
        </p:txBody>
      </p:sp>
    </p:spTree>
    <p:extLst>
      <p:ext uri="{BB962C8B-B14F-4D97-AF65-F5344CB8AC3E}">
        <p14:creationId xmlns:p14="http://schemas.microsoft.com/office/powerpoint/2010/main" val="28744277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94E79F-A0D7-3774-2375-3D1FCC90089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651914-F51D-1469-6BF0-BC52CFAF9B4C}"/>
              </a:ext>
            </a:extLst>
          </p:cNvPr>
          <p:cNvSpPr txBox="1"/>
          <p:nvPr/>
        </p:nvSpPr>
        <p:spPr>
          <a:xfrm>
            <a:off x="254000" y="8636000"/>
            <a:ext cx="762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CCCCCC"/>
                </a:solidFill>
              </a:rPr>
              <a:t>L4-19</a:t>
            </a:r>
          </a:p>
        </p:txBody>
      </p:sp>
    </p:spTree>
    <p:extLst>
      <p:ext uri="{BB962C8B-B14F-4D97-AF65-F5344CB8AC3E}">
        <p14:creationId xmlns:p14="http://schemas.microsoft.com/office/powerpoint/2010/main" val="17328756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7068D8-31CC-A9D6-C9F7-841B4BEE6DF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1BC2160-6E92-588F-AEE4-20463DA2350B}"/>
              </a:ext>
            </a:extLst>
          </p:cNvPr>
          <p:cNvSpPr txBox="1"/>
          <p:nvPr/>
        </p:nvSpPr>
        <p:spPr>
          <a:xfrm>
            <a:off x="254000" y="8636000"/>
            <a:ext cx="762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CCCCCC"/>
                </a:solidFill>
              </a:rPr>
              <a:t>L4-20</a:t>
            </a:r>
          </a:p>
        </p:txBody>
      </p:sp>
    </p:spTree>
    <p:extLst>
      <p:ext uri="{BB962C8B-B14F-4D97-AF65-F5344CB8AC3E}">
        <p14:creationId xmlns:p14="http://schemas.microsoft.com/office/powerpoint/2010/main" val="10769795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8A388D-2F59-DD43-1AA9-86E632F7BE9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D2C1FD-7299-A194-9928-5EBD40F57875}"/>
              </a:ext>
            </a:extLst>
          </p:cNvPr>
          <p:cNvSpPr txBox="1"/>
          <p:nvPr/>
        </p:nvSpPr>
        <p:spPr>
          <a:xfrm>
            <a:off x="254000" y="8636000"/>
            <a:ext cx="762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CCCCCC"/>
                </a:solidFill>
              </a:rPr>
              <a:t>L4-21</a:t>
            </a:r>
          </a:p>
        </p:txBody>
      </p:sp>
    </p:spTree>
    <p:extLst>
      <p:ext uri="{BB962C8B-B14F-4D97-AF65-F5344CB8AC3E}">
        <p14:creationId xmlns:p14="http://schemas.microsoft.com/office/powerpoint/2010/main" val="31442862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AA38BB-B044-E4DB-E5C1-142E20999EE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F769DD-DC15-6ADC-8113-D1C204EC47FE}"/>
              </a:ext>
            </a:extLst>
          </p:cNvPr>
          <p:cNvSpPr txBox="1"/>
          <p:nvPr/>
        </p:nvSpPr>
        <p:spPr>
          <a:xfrm>
            <a:off x="254000" y="8636000"/>
            <a:ext cx="762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CCCCCC"/>
                </a:solidFill>
              </a:rPr>
              <a:t>L4-22</a:t>
            </a:r>
          </a:p>
        </p:txBody>
      </p:sp>
    </p:spTree>
    <p:extLst>
      <p:ext uri="{BB962C8B-B14F-4D97-AF65-F5344CB8AC3E}">
        <p14:creationId xmlns:p14="http://schemas.microsoft.com/office/powerpoint/2010/main" val="11073231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01C97F-D79D-5EC4-21F8-18C4638ABAE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F7BF2A-10A5-D858-E450-EA74C6E6A306}"/>
              </a:ext>
            </a:extLst>
          </p:cNvPr>
          <p:cNvSpPr txBox="1"/>
          <p:nvPr/>
        </p:nvSpPr>
        <p:spPr>
          <a:xfrm>
            <a:off x="254000" y="8636000"/>
            <a:ext cx="762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CCCCCC"/>
                </a:solidFill>
              </a:rPr>
              <a:t>L4-23</a:t>
            </a:r>
          </a:p>
        </p:txBody>
      </p:sp>
    </p:spTree>
    <p:extLst>
      <p:ext uri="{BB962C8B-B14F-4D97-AF65-F5344CB8AC3E}">
        <p14:creationId xmlns:p14="http://schemas.microsoft.com/office/powerpoint/2010/main" val="12327947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8E0EE4-3EE4-B5EF-4C2D-986923FE94E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F50971-95DB-B10A-1CA8-BA9455525C88}"/>
              </a:ext>
            </a:extLst>
          </p:cNvPr>
          <p:cNvSpPr txBox="1"/>
          <p:nvPr/>
        </p:nvSpPr>
        <p:spPr>
          <a:xfrm>
            <a:off x="254000" y="8636000"/>
            <a:ext cx="762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CCCCCC"/>
                </a:solidFill>
              </a:rPr>
              <a:t>L4-quiz-q1</a:t>
            </a:r>
          </a:p>
        </p:txBody>
      </p:sp>
    </p:spTree>
    <p:extLst>
      <p:ext uri="{BB962C8B-B14F-4D97-AF65-F5344CB8AC3E}">
        <p14:creationId xmlns:p14="http://schemas.microsoft.com/office/powerpoint/2010/main" val="13874532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81126E-664D-FE98-34FE-80EFBE73B6E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EB2FB9-92B3-E761-CA21-35C319234DB5}"/>
              </a:ext>
            </a:extLst>
          </p:cNvPr>
          <p:cNvSpPr txBox="1"/>
          <p:nvPr/>
        </p:nvSpPr>
        <p:spPr>
          <a:xfrm>
            <a:off x="254000" y="8636000"/>
            <a:ext cx="762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CCCCCC"/>
                </a:solidFill>
              </a:rPr>
              <a:t>L4-quiz-q2</a:t>
            </a:r>
          </a:p>
        </p:txBody>
      </p:sp>
    </p:spTree>
    <p:extLst>
      <p:ext uri="{BB962C8B-B14F-4D97-AF65-F5344CB8AC3E}">
        <p14:creationId xmlns:p14="http://schemas.microsoft.com/office/powerpoint/2010/main" val="14966129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DD7AD6-EBA5-F486-D246-F81030B09A6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B2E5DA-43B7-7AC3-BA98-0E2FFB8595B0}"/>
              </a:ext>
            </a:extLst>
          </p:cNvPr>
          <p:cNvSpPr txBox="1"/>
          <p:nvPr/>
        </p:nvSpPr>
        <p:spPr>
          <a:xfrm>
            <a:off x="254000" y="8636000"/>
            <a:ext cx="762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CCCCCC"/>
                </a:solidFill>
              </a:rPr>
              <a:t>L4-quiz-q3</a:t>
            </a:r>
          </a:p>
        </p:txBody>
      </p:sp>
    </p:spTree>
    <p:extLst>
      <p:ext uri="{BB962C8B-B14F-4D97-AF65-F5344CB8AC3E}">
        <p14:creationId xmlns:p14="http://schemas.microsoft.com/office/powerpoint/2010/main" val="2768989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</Words>
  <Application>Microsoft Office PowerPoint</Application>
  <PresentationFormat>On-screen Show (16:10)</PresentationFormat>
  <Paragraphs>33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Shorter, Grace (shortege)</dc:creator>
  <cp:lastModifiedBy>Shorter, Grace (shortege)</cp:lastModifiedBy>
  <cp:revision>1</cp:revision>
  <dcterms:created xsi:type="dcterms:W3CDTF">2026-05-28T14:15:10Z</dcterms:created>
  <dcterms:modified xsi:type="dcterms:W3CDTF">2026-05-28T14:15:10Z</dcterms:modified>
</cp:coreProperties>
</file>