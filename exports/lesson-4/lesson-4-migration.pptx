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 · lesson-overview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CCB5A"/>
                </a:solidFill>
              </a:rPr>
              <a:t>Lesson 4 — Fade In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Mortar Masters Online — Migration Export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• Lesson ID: L4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• Source: course-content/lesson-4.md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 · 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This week is all about checking in to determine whether or not the entrepreneurial lifestyle is for you at this time.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Video Introduction + Lesson 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Embedded video + UI screenshot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 · lesson-cover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CCB5A"/>
                </a:solidFill>
              </a:rPr>
              <a:t>Lesson 4 — Fade In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Brand / cover artwork (PNG or GIF)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 · entrepreneur-spotlight-header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CCB5A"/>
                </a:solidFill>
              </a:rPr>
              <a:t>Entrepreneur Spotlight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Brand / cover artwork (PNG or GIF)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 · entrepreneur-spotlight-header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9CCB5A"/>
                </a:solidFill>
              </a:rPr>
              <a:t>"As time went by I was convinced I needed to do something different with my photography business."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Brian Girton — ReStory Studios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Spotlight banner + polaroid image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 · entrepreneur-spotlight-story-1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Entrepreneur Spotlight — Story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Featured Entrepreneur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Quote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Story Content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Background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Transition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Long-form story screenshot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 · entrepreneur-spotlight-story-2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Entrepreneur Spotlight — Story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Key Insight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Business Evolution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Mission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Signature Statement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Storytelling / Case Study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Brian Girton — ReStory Studios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8 · entrepreneur-spotlight-story-3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Entrepreneur Spotlight — Story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"As time went by I was convinced I needed to do something different with my photography business."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Brian originally worked in photography but discovered a deeper need among clients during sessions.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He began incorporating counseling-related skills into his interactions and realized his business could evolve into something more meaningful.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He identified a gap between photography and emotional healing.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His ideas gradually refined into ReStory Studios.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To help people heal from emotional and physical trauma while struggling with body image issues.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9 · entrepreneur-spotlight-story-4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Entrepreneur Spotlight — Story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"Offering hope of a newly realized reality." ---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10 · 4-0-before-we-go-any-further-intro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4.0 Before We Go Any Further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How would you explain your business concept to a fifth grader?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11 · 4-0-before-we-go-any-further-content-1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4.0 Before We Go Any Further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Writing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Submission Rules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One file maximum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Max file size: 100 MB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Reflection / Writing Exercise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12 · 4-0-before-we-go-any-further-content-2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4.0 Before We Go Any Further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How would you explain your business concept to a fifth grader? If you don't want to write it out fully, write a few ideas that paint the picture.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---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13 · 4-0-before-we-go-any-further-assignment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How would you explain your business concept to a fifth grader?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14 · vision-mission-statements-intro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Vision &amp; mission statements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Instructional Content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Course screen capture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15 · vision-mission-statements-content-1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Vision &amp; Mission Statements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Title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Core Teaching Points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Vision Statements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Mission Statements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Key Lesson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Instructional Content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16 · vision-mission-statements-content-2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Vision &amp; Mission Statements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Vision &amp; mission statements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Describe what people experience, emotional feeling, company culture/vibe, and audience engagement.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Explain why the company exists, what service/value is provided, and intended impact.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Businesses should narrow concepts into their lowest common denominator before refining language later. ---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17 · 4-1-identifying-the-problem-intro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4.1 Identifying 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Guided Reflection + Mission/Vision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18 · 4-1-identifying-the-problem-content-1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4.1 Identifying the Problem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Intro Card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Title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Subtitle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Writing Exercise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Worksheet Exercise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19 · 4-1-identifying-the-problem-content-2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4.1 Identifying the Problem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Vision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 Experience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Culture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Mission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Guided Reflection + Mission/Vision Development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20 · 4-1-identifying-the-problem-content-3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4.1 Identifying the Problem — Part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Identifying the problem: What's your WHY?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Let's delve a little deeper into you, your motivations, and what's important.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Spend the next five minutes working on your vision and mission statement. Use the exercise below to get started.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The vision of __________ is to see __________.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Customers who buy my product/service will experience __________.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The culture/vibe of our company is __________.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21 · 4-1-identifying-the-problem-content-4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4.1 Identifying the Problem — Part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Our mission is to provide __________ to __________ in __________ so that __________.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22 · 4-1-identifying-the-problem-assignment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Complete and upload your work before continuing.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23 · 4-2-r-e-s-p-e-c-t-intro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4.2 R.E.S.P.E.C.T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Psychology + Customer Needs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Course screen capture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24 · 4-2-r-e-s-p-e-c-t-content-1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4.2 R.E.S.P.E.C.T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Core Concept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Educational Topic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Historical Reference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Teaching Points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Entrepreneurs and Customers Both Have Needs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Self-Awareness Is Critical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25 · 4-2-r-e-s-p-e-c-t-content-2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4.2 R.E.S.P.E.C.T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 Purchases Satisfy Needs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Visual Aid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Psychology + Customer Needs Analysis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Businesses succeed when they understand human motivations, emotional needs, psychological drivers, and customer fulfillment patterns.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Maslow's Hierarchy of Needs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Introduced by psychologist Abraham Maslow in 1943.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26 · 4-2-r-e-s-p-e-c-t-content-3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4.2 R.E.S.P.E.C.T — Part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Every entrepreneur and customer has internal motivations, emotional drivers, unmet needs, and psychological priorities.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Entrepreneurs should understand why they make decisions, what motivates them, and what motivates customers.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Products/services often satisfy safety, belonging, esteem, self-fulfillment, and emotional connection.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Maslow's Hierarchy of Needs pyramid (Physiological, Safety, Love/Belonging, Self-Esteem, Self-Actualization). ---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27 · discussion-exercise-intro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Discussion Exercise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List one or two needs that your business serves/meets and why.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28 · discussion-exercise-content-1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Discussion Exercise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Submission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Reflection Assignment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List one or two needs that your business serves/meets and why.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File upload assignment ---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29 · discussion-exercise-assignment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List one or two needs that your business serves/meets and why.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30 · 4-3-who-wants-that-intro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4.3 Who Wants That?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Customer Problem Identification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Course screen capture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31 · 4-3-who-wants-that-content-1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4.3 Who Wants That?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Question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Teaching Points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Businesses Solve Human Needs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 Need Mapping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Competitive Differentiation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 Problem Identification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32 · 4-3-who-wants-that-content-2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4.3 Who Wants That?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What problem is my product/service solving?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If basic needs are not met, people struggle to focus on higher aspirations.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What need am I satisfying? Why does this matter? What emotional outcome does this create?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What makes YOUR solution unique? ---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33 · 4-4-the-customer-s-always-right-intro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The customer's always right.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Customer Discovery + Market Segmentation</a:t>
            </a:r>
            <a:endParaRPr lang="en-US" sz="1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34 · 4-4-the-customer-s-always-right-content-1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4.4 The Customer's Always Right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Core Teaching Points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Highlight Callout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Title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Supporting Text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Reflection Question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35 · 4-4-the-customer-s-always-right-content-2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4.4 The Customer's Always Right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Demographic Segmentation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Wants, Needs, or Problems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Price Point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 Personas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 Discovery + Market Segmentation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36 · 4-4-the-customer-s-always-right-content-3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4.4 The Customer's Always Right — Part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The customer's always right.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 business is validated when customers pay, return, and find value. A business with no customers is out of business.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Your customer is NOT everyone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Successful businesses identify a specific target customer.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Who is your target customer?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Gender, age, income level, neighborhood, education, culture/community.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37 · 4-4-the-customer-s-always-right-content-4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4.4 The Customer's Always Right — Part 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Customers spend money when a problem matters enough and perceived value is high.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 product is only worth what customers are willing to pay.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Create customer profiles for 1–2 current or ideal customers. Identify 5–10 shared traits.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38 · 4-4-the-customer-s-always-right-assignment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Complete and upload your work before continuing.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39 · 4-5-i-can-see-clearly-now-intro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4.5 I Can See Clearly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Explain your business to a grandparent or someone unfamiliar with your industry.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40 · 4-5-i-can-see-clearly-now-content-1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4.5 I Can See Clearly Now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Key Teaching Point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Business Canvas Introduction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Drill Down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Step 1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Step 2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41 · 4-5-i-can-see-clearly-now-content-2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4.5 I Can See Clearly Now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Example Reference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Business Clarity + Communication Exercise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Explain your business to a grandparent or someone unfamiliar with your industry.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No one cares as much about your business as you do. Explain what you do, why it matters, and who it helps concisely.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MORTAR MASTERS Business Canvas helps organize ideas, track evolving concepts, and refine strategy.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42 · 4-5-i-can-see-clearly-now-content-3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4.5 I Can See Clearly Now — Part 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Condense your business description into approximately 40 words.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Refine further into a six-word statement.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"For sale: Baby shoes. Never worn."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43 · 4-5-i-can-see-clearly-now-assignment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Explain your business to a grandparent or someone unfamiliar with your industry.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44 · the-studio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The Studio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Panel Discussion + Entrepreneur Reflection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Embedded video + UI screenshot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45 · 4-6-there-s-no-i-in-team-intro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There's No "I" in Team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Team Building + Entrepreneurial Support Systems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Course screen capture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46 · 4-6-there-s-no-i-in-team-content-1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4.6 There's No "I" in Team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Core Theme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Key Insight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Practical Advice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Team Building + Entrepreneurial Support Systems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There's No "I" in Team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47 · 4-6-there-s-no-i-in-team-content-2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4.6 There's No "I" in Team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Even solo entrepreneurs need teams: collaboration, advisors, specialists, and emotional support.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Your team must believe in your mission, vision, and passion.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Build a team that compensates for weaknesses, knowledge gaps, and operational limitations. ---</a:t>
            </a:r>
            <a:endParaRPr lang="en-US" sz="16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48 · 4-7-know-your-assets-intro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Know your assets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Startup Resource Planning Exercise</a:t>
            </a:r>
            <a:endParaRPr lang="en-US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49 · 4-7-know-your-assets-content-1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4.7 Know Your Assets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Exercise Overview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Reflection Prompts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How much startup capital do you have?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What assets would you purchase?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Why did you prioritize those items?</a:t>
            </a:r>
            <a:endParaRPr lang="en-US" sz="16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50 · 4-7-know-your-assets-content-2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4.7 Know Your Assets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Startup Resource Planning Exercise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Know your assets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Roll a die, add three zeros, and use the result as startup capital (e.g., 5 → $5,000).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51 · 4-7-know-your-assets-assignment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Complete and upload your work before continuing.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52 · 4-8-crystal-clear-intro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Crystal Clear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How would you explain your business to a five-year-old?</a:t>
            </a:r>
            <a:endParaRPr lang="en-US" sz="16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53 · 4-8-crystal-clear-content-1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4.8 Crystal Clear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Core Prompt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Business Communication Exercise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Crystal Clear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How would you explain your business to a five-year-old?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54 · 4-8-crystal-clear-content-2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4.8 Crystal Clear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55 · 4-8-crystal-clear-assignment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How would you explain your business to a five-year-old?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56 · 4-9-revisit-your-reflection-intro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Revisit Your Reflection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Concept Validation + Self-Assessment</a:t>
            </a:r>
            <a:endParaRPr lang="en-US" sz="16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57 · 4-9-revisit-your-reflection-content-1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4.9 Revisit Your Reflection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Reflection Questions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How much has your business concept changed?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Is your idea clearer now?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What areas still need work?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58 · 4-9-revisit-your-reflection-content-2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4.9 Revisit Your Reflection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Concept Validation + Self-Assessment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Revisit Your Reflection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59 · 4-9-revisit-your-reflection-assignment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Complete and upload your work before continuing.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60 · putting-in-work-mission-impossible-intro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Mission Impossible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Mission/Vision Development Exercise</a:t>
            </a:r>
            <a:endParaRPr lang="en-US" sz="16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61 · putting-in-work-mission-impossible-content-1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Mission Impossible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Instructions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1. Review 5–10 mission statements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2. Refine your own mission and vision statements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3. Discuss with a mentor or trusted advisor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62 · putting-in-work-mission-impossible-content-2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Mission Impossible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Mission/Vision Development Exercise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Putting in work — Mission Impossible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63 · putting-in-work-mission-impossible-assignment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Complete and upload your work before continuing.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64 · putting-in-work-customer-profile-intro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Customer Profile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Advanced Customer Persona Exercise</a:t>
            </a:r>
            <a:endParaRPr lang="en-US" sz="16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65 · putting-in-work-customer-profile-content-1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Customer Profile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Objective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Advanced Customer Persona Exercise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Customer Profile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Create additional detailed customer profiles for 2–3 customer segments.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66 · putting-in-work-customer-profile-content-2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Customer Profile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67 · putting-in-work-customer-profile-assignment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Complete and upload your work before continuing.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68 · putting-in-work-tracking-your-time-create-a-journal-intro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Tracking your time: Create a Journal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Time Management + Productivity Exercise</a:t>
            </a:r>
            <a:endParaRPr lang="en-US" sz="16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69 · putting-in-work-tracking-your-time-create-a-journal-content-1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Tracking Your Time: Create a Journal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Assignment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Time Management + Productivity Exercise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Tracking your time: Create a Journal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Track your time for one full week using the downloadable Time Log.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70 · putting-in-work-tracking-your-time-create-a-journal-content-2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Tracking Your Time: Create a Journal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71 · putting-in-work-tracking-your-time-create-a-journal-assignment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Complete and upload your work before continuing.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72 · putting-in-work-master-business-canvas-synopsis-intro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Master business Canvas and Synopsis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Business Planning + Strategic Documentation Exercise</a:t>
            </a:r>
            <a:endParaRPr lang="en-US" sz="16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73 · putting-in-work-master-business-canvas-synopsis-content-1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Master Business Canvas &amp; Synopsis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Assignment Objective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Interaction Type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Business Planning + Strategic Documentation Exercise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Master business Canvas and Synopsis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Complete Concept, Customer, and Partners sections within the Business Canvas.</a:t>
            </a:r>
            <a:endParaRPr lang="en-US" sz="16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74 · putting-in-work-master-business-canvas-synopsis-content-2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Putting In Work — Master Business Canvas &amp; Synopsis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Assignment Submission ---</a:t>
            </a:r>
            <a:endParaRPr lang="en-US" sz="16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75 · putting-in-work-master-business-canvas-synopsis-assignment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solidFill>
            <a:srgbClr val="9CCB5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Assignment Submission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Upload your completed exercise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One file maximum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Max file size: 100 MB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• Accepted: device upload, Google Drive, Dropbox, OneDrive, or link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CC"/>
                </a:solidFill>
              </a:rPr>
              <a:t>Complete and upload your work before continuing.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Upload UI / assignment block</a:t>
            </a:r>
            <a:endParaRPr lang="en-US" sz="1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76 · dropping-gems-intro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Dropping Gems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Motivational Summary + Key Lesson Reinforcement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Course screen capture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77 · dropping-gems-content-1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Dropping Gems — Part 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Main Heading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Core Lessons Reinforced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Clarity is critical.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Simplify, simplify, simplify.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Nobody cares. Make them care.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Not everyone is your customer.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78 · dropping-gems-content-2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CCB5A"/>
                </a:solidFill>
              </a:rPr>
              <a:t>Dropping Gems — Part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No one can do it alone.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Motivational Summary + Key Lesson Reinforcement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Dropping Gems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</a:rPr>
              <a:t>• ---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79 · end-of-lesson-four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10972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🎉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CCB5A"/>
                </a:solidFill>
              </a:rPr>
              <a:t>You've reached the end of lesson four! Way to go!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3383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Congratulations — you completed Lesson 4: Fade In.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Celebration GIF / confetti (upload later)</a:t>
            </a:r>
            <a:endParaRPr lang="en-US" sz="10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80 · lesson-4-quiz-intro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CB5A"/>
                </a:solidFill>
              </a:rPr>
              <a:t>Lesson 4 Quiz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3 multiple-choice questions. Select one answer per question.</a:t>
            </a:r>
            <a:endParaRPr lang="en-US" sz="1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81 · quiz-q1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CB5A"/>
                </a:solidFill>
              </a:rPr>
              <a:t>Question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True or False: Your customer is EVERYONE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Correct answer: False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Quiz UI screenshot (optional)</a:t>
            </a:r>
            <a:endParaRPr lang="en-US" sz="10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82 · quiz-q2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CB5A"/>
                </a:solidFill>
              </a:rPr>
              <a:t>Question 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How does entrepreneur, Taren Kinebrew, from this lesson's "The Studio" video stay true to her business concept when she receives requests for regular-sized desserts?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A) She refers customers to other businesses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Correct answer: All of the above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Quiz UI screenshot (optional)</a:t>
            </a:r>
            <a:endParaRPr lang="en-US" sz="10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CCCC"/>
                </a:solidFill>
              </a:rPr>
              <a:t>Slide 83 · quiz-q3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CB5A"/>
                </a:solidFill>
              </a:rPr>
              <a:t>Question 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Choose the 3 levels of Abraham Maslow's Hierarchy of Needs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A) Self-Fulfillment, Cosmetic, Material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</a:rPr>
              <a:t>Correct answer: Self-Fulfillment, Psychological, Basic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3291840"/>
            <a:ext cx="2560320" cy="1371600"/>
          </a:xfrm>
          <a:prstGeom prst="rect">
            <a:avLst/>
          </a:prstGeom>
          <a:solidFill>
            <a:srgbClr val="242424"/>
          </a:solidFill>
          <a:ln w="12700">
            <a:solidFill>
              <a:srgbClr val="5A7A3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6263640" y="37947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</a:rPr>
              <a:t>Quiz UI screenshot (optional)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4 — Fade In</dc:title>
  <dc:subject>PptxGenJS Presentation</dc:subject>
  <dc:creator>Mortar Course Migration Export</dc:creator>
  <cp:lastModifiedBy>Mortar Course Migration Export</cp:lastModifiedBy>
  <cp:revision>1</cp:revision>
  <dcterms:created xsi:type="dcterms:W3CDTF">2026-05-28T14:49:47Z</dcterms:created>
  <dcterms:modified xsi:type="dcterms:W3CDTF">2026-05-28T14:49:47Z</dcterms:modified>
</cp:coreProperties>
</file>