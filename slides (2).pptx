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564527e5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564527e5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564527e5b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564527e5b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564527e5b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564527e5b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564527e5b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564527e5b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564527e5b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564527e5b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564527e5b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564527e5b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564527e5b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c564527e5b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564527e5b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c564527e5b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564527e5b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c564527e5b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564527e5b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c564527e5b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i="1" lang="en" sz="7350">
                <a:solidFill>
                  <a:schemeClr val="dk1"/>
                </a:solidFill>
              </a:rPr>
              <a:t>Core Purpose of a Business Plan</a:t>
            </a:r>
            <a:endParaRPr i="1" sz="73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i="1" lang="en" sz="7350">
                <a:solidFill>
                  <a:schemeClr val="dk1"/>
                </a:solidFill>
              </a:rPr>
              <a:t>A business plan typically serves three main purposes:</a:t>
            </a:r>
            <a:endParaRPr i="1" sz="73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i="1" lang="en" sz="7350">
                <a:solidFill>
                  <a:schemeClr val="dk1"/>
                </a:solidFill>
              </a:rPr>
              <a:t>Clarifying the Business Strategy</a:t>
            </a:r>
            <a:endParaRPr i="1" sz="73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i="1" lang="en" sz="7350">
                <a:solidFill>
                  <a:schemeClr val="dk1"/>
                </a:solidFill>
              </a:rPr>
              <a:t>It forces the founder to think through how the business will actually work—customers, pricing, operations, and growth.</a:t>
            </a:r>
            <a:endParaRPr i="1" sz="73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i="1" lang="en" sz="7350">
                <a:solidFill>
                  <a:schemeClr val="dk1"/>
                </a:solidFill>
              </a:rPr>
              <a:t>Securing Funding or Support</a:t>
            </a:r>
            <a:endParaRPr i="1" sz="73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i="1" lang="en" sz="7350">
                <a:solidFill>
                  <a:schemeClr val="dk1"/>
                </a:solidFill>
              </a:rPr>
              <a:t>Lenders, grant organizations, investors, and accelerator programs often require a business plan to understand the viability of the venture.</a:t>
            </a:r>
            <a:endParaRPr i="1" sz="73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i="1" lang="en" sz="7350">
                <a:solidFill>
                  <a:schemeClr val="dk1"/>
                </a:solidFill>
              </a:rPr>
              <a:t>Guiding Decision-Making</a:t>
            </a:r>
            <a:endParaRPr i="1" sz="73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i="1" lang="en" sz="7350">
                <a:solidFill>
                  <a:schemeClr val="dk1"/>
                </a:solidFill>
              </a:rPr>
              <a:t>It becomes a reference document that helps founders track goals, measure progress, and adjust strategy.</a:t>
            </a:r>
            <a:endParaRPr i="1" sz="73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</a:rPr>
              <a:t>Key Components of a Business Plan</a:t>
            </a:r>
            <a:endParaRPr i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</a:rPr>
              <a:t>1. Executive Summary</a:t>
            </a:r>
            <a:endParaRPr i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</a:rPr>
              <a:t>A concise overview of the business.</a:t>
            </a:r>
            <a:endParaRPr i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</a:rPr>
              <a:t>Includes:</a:t>
            </a:r>
            <a:endParaRPr i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</a:rPr>
              <a:t>Business concept</a:t>
            </a:r>
            <a:endParaRPr i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</a:rPr>
              <a:t>Target market</a:t>
            </a:r>
            <a:endParaRPr i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</a:rPr>
              <a:t>Value proposition</a:t>
            </a:r>
            <a:endParaRPr i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</a:rPr>
              <a:t>High-level financial outlook</a:t>
            </a:r>
            <a:endParaRPr i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2. Business Description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Explains what the business does and why it exists.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Includes: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Mission and vision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Products or services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Business model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Industry overview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3. Market Analysis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Research about the customers and competitive landscape.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Includes: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Target customer profile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Market size and trends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Competitor analysis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Unique advantage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4. Marketing &amp; Sales Strategy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How the business will attract and retain customers.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Includes: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Branding and positioning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Customer acquisition strategy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Pricing model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Sales channels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5. Operations Plan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How the business will function day-to-day.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Includes: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Location and facilities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Staffing plan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Vendors and supply chain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Workflow and logistics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6. Financial Plan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How the business will make money and sustain itself.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Includes: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Startup costs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Revenue projections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Cash flow forecast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Break-even analysis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7. Growth Strategy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Plans for expansion and long-term success.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Includes: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Scaling opportunities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New markets or products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Partnerships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Investment needs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How Brick-and-Mortar Businesses Use Business Plans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For physical businesses, business plans often emphasize: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Location strategy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Startup costs and build-out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Local market demand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Operational staffing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Inventory and suppliers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These elements are critical because physical businesses typically have higher upfront costs and operational complexity.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Modern Perspective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Today, many accelerator programs treat the business plan less as a static document and more as a living strategy tool that evolves as the founder tests assumptions and learns from customers.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In many programs, the business plan is built through: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customer discovery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financial modeling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market validation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operational planning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